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70" r:id="rId7"/>
    <p:sldId id="26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1" r:id="rId27"/>
    <p:sldId id="292" r:id="rId28"/>
    <p:sldId id="293" r:id="rId29"/>
    <p:sldId id="294" r:id="rId30"/>
    <p:sldId id="295" r:id="rId31"/>
    <p:sldId id="296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264" r:id="rId46"/>
    <p:sldId id="265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Dipta Justin Gomes" userId="80a30147-8bc2-457a-9f88-f3a4049296b4" providerId="ADAL" clId="{F1C3E423-4BDE-4D65-82CD-C3AAB170DE3E}"/>
    <pc:docChg chg="modSld">
      <pc:chgData name="Dipta Justin Gomes" userId="80a30147-8bc2-457a-9f88-f3a4049296b4" providerId="ADAL" clId="{F1C3E423-4BDE-4D65-82CD-C3AAB170DE3E}" dt="2025-03-16T04:15:43.360" v="1" actId="1036"/>
      <pc:docMkLst>
        <pc:docMk/>
      </pc:docMkLst>
      <pc:sldChg chg="modSp mod">
        <pc:chgData name="Dipta Justin Gomes" userId="80a30147-8bc2-457a-9f88-f3a4049296b4" providerId="ADAL" clId="{F1C3E423-4BDE-4D65-82CD-C3AAB170DE3E}" dt="2025-03-16T04:15:43.360" v="1" actId="1036"/>
        <pc:sldMkLst>
          <pc:docMk/>
          <pc:sldMk cId="2814003892" sldId="279"/>
        </pc:sldMkLst>
        <pc:picChg chg="mod">
          <ac:chgData name="Dipta Justin Gomes" userId="80a30147-8bc2-457a-9f88-f3a4049296b4" providerId="ADAL" clId="{F1C3E423-4BDE-4D65-82CD-C3AAB170DE3E}" dt="2025-03-16T04:15:43.360" v="1" actId="1036"/>
          <ac:picMkLst>
            <pc:docMk/>
            <pc:sldMk cId="2814003892" sldId="279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drishtibhalla/mid-point-line-algorithm" TargetMode="External"/><Relationship Id="rId3" Type="http://schemas.openxmlformats.org/officeDocument/2006/relationships/hyperlink" Target="https://en.wikipedia.org/wiki/Rasterisation" TargetMode="External"/><Relationship Id="rId7" Type="http://schemas.openxmlformats.org/officeDocument/2006/relationships/hyperlink" Target="https://www.slideshare.net/ManikanthKummarikunt/dda-algorithm-97720869" TargetMode="External"/><Relationship Id="rId2" Type="http://schemas.openxmlformats.org/officeDocument/2006/relationships/hyperlink" Target="https://www.slideshare.net/mohammedarif89/intro-to-scan-conversion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n.wikipedia.org/wiki/Digital_differential_analyzer_(graphics_algorithm)" TargetMode="External"/><Relationship Id="rId5" Type="http://schemas.openxmlformats.org/officeDocument/2006/relationships/hyperlink" Target="https://www.tutorialspoint.com/computer_graphics/line_generation_algorithm.htm" TargetMode="External"/><Relationship Id="rId4" Type="http://schemas.openxmlformats.org/officeDocument/2006/relationships/hyperlink" Target="http://resources.mpi-inf.mpg.de/departments/d4/teaching/ws200708/cg/slides/CG16-RasterizationClipping.pdf" TargetMode="External"/><Relationship Id="rId9" Type="http://schemas.openxmlformats.org/officeDocument/2006/relationships/hyperlink" Target="https://en.wikipedia.org/wiki/Bresenham's_line_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Scan Conversation (Part 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39534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Graphics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8"/>
            <a:ext cx="7905135" cy="3638666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What is Scan Conversation?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What is </a:t>
            </a:r>
            <a:r>
              <a:rPr lang="en-US" sz="2300" dirty="0" err="1">
                <a:solidFill>
                  <a:schemeClr val="tx1"/>
                </a:solidFill>
              </a:rPr>
              <a:t>Rasterisation</a:t>
            </a:r>
            <a:r>
              <a:rPr lang="en-US" sz="2300" dirty="0">
                <a:solidFill>
                  <a:schemeClr val="tx1"/>
                </a:solidFill>
              </a:rPr>
              <a:t>?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What is Incremental Algorithm?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Characteristics of Incremental Algorithm.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DDA Line Incremental Algorithm (Derivation)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DDA Line Incremental Algorithm (Mathematics)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Disadvantages of DDA Line Incremental Algorithm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Midpoint Line Algorithm (Derivation)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Midpoint Line Algorithm (Mathematics)</a:t>
            </a:r>
          </a:p>
          <a:p>
            <a:pPr marL="342900" indent="-342900">
              <a:buAutoNum type="arabicPeriod"/>
            </a:pPr>
            <a:r>
              <a:rPr lang="en-US" sz="2300" dirty="0">
                <a:solidFill>
                  <a:schemeClr val="tx1"/>
                </a:solidFill>
              </a:rPr>
              <a:t>Advantages of Midpoint Line Algorithm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Scan Conversation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254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/>
              <a:t>Modify as appropriate…..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433" y="2237104"/>
            <a:ext cx="8229600" cy="374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Rasterisation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9717" y="2435898"/>
            <a:ext cx="82148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/>
              <a:t>Rasterisation</a:t>
            </a:r>
            <a:r>
              <a:rPr lang="en-US" sz="2800" dirty="0"/>
              <a:t> (or </a:t>
            </a:r>
            <a:r>
              <a:rPr lang="en-US" sz="2800" dirty="0" err="1"/>
              <a:t>rasterization</a:t>
            </a:r>
            <a:r>
              <a:rPr lang="en-US" sz="2800" dirty="0"/>
              <a:t>) is the task of taking an image described in a vector graphics format (shapes) and converting it into a raster image (pixels or dots) for output on a video display or printer, or for storage in a bitmap file format.</a:t>
            </a:r>
          </a:p>
          <a:p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Incremental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8"/>
            <a:ext cx="7740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Incremental Algorithm is a line drawing algorithm</a:t>
            </a:r>
          </a:p>
          <a:p>
            <a:endParaRPr lang="en-US" sz="3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Start from initial pixel to reach final pixel to draw a line</a:t>
            </a:r>
          </a:p>
          <a:p>
            <a:endParaRPr lang="en-US" sz="3200" dirty="0"/>
          </a:p>
          <a:p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88169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Incremental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the next pixel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8"/>
            <a:ext cx="774079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dirty="0"/>
          </a:p>
          <a:p>
            <a:endParaRPr lang="x-none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341" y="2286000"/>
            <a:ext cx="8229600" cy="3790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3102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Incremental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Requirements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8081" y="2435898"/>
            <a:ext cx="77407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Three Requirements: </a:t>
            </a:r>
          </a:p>
          <a:p>
            <a:pPr marL="118872" indent="0">
              <a:buNone/>
            </a:pP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Integer Pixel Grid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Slope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Disjoint Pixel</a:t>
            </a:r>
          </a:p>
        </p:txBody>
      </p:sp>
    </p:spTree>
    <p:extLst>
      <p:ext uri="{BB962C8B-B14F-4D97-AF65-F5344CB8AC3E}">
        <p14:creationId xmlns:p14="http://schemas.microsoft.com/office/powerpoint/2010/main" val="412309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Incremental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Integer Pixel Grid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8"/>
            <a:ext cx="774079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dirty="0"/>
          </a:p>
          <a:p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35898"/>
            <a:ext cx="6781800" cy="364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2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Incremental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Slope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8"/>
            <a:ext cx="774079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dirty="0"/>
          </a:p>
          <a:p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435898"/>
            <a:ext cx="4343400" cy="341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7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Incremental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Disjoint Pixel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8"/>
            <a:ext cx="774079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dirty="0"/>
          </a:p>
          <a:p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270" y="2713703"/>
            <a:ext cx="60198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Bresenham's</a:t>
            </a:r>
            <a:r>
              <a:rPr lang="en-US" dirty="0"/>
              <a:t> Incremental Algorithm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8"/>
            <a:ext cx="77407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In computer graphics, a digital differential analyzer (DDA) is hardware or software used for interpolation of variables over an interval between start and end point. DDAs are used for </a:t>
            </a:r>
            <a:r>
              <a:rPr lang="en-US" sz="2800" dirty="0" err="1"/>
              <a:t>rasterization</a:t>
            </a:r>
            <a:r>
              <a:rPr lang="en-US" sz="2800" dirty="0"/>
              <a:t> of lines, triangles and polygons.(graphics algorithm)</a:t>
            </a:r>
          </a:p>
          <a:p>
            <a:pPr algn="just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7083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197511"/>
            <a:ext cx="6781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5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m&lt;1)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2477863"/>
            <a:ext cx="6410730" cy="345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39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241754"/>
            <a:ext cx="5943599" cy="368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39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m&lt;1)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97527"/>
            <a:ext cx="4748481" cy="337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03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m&lt;1)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761" y="2420768"/>
            <a:ext cx="5257800" cy="306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3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m&gt;1 and m=1)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1179870" y="2648635"/>
            <a:ext cx="643029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err="1"/>
              <a:t>if</a:t>
            </a:r>
            <a:r>
              <a:rPr lang="es-ES" sz="2800" b="1" dirty="0"/>
              <a:t> m&gt;1</a:t>
            </a:r>
          </a:p>
          <a:p>
            <a:r>
              <a:rPr lang="es-ES" sz="2800" dirty="0"/>
              <a:t>x1 = round(x + 1 /m) </a:t>
            </a:r>
          </a:p>
          <a:p>
            <a:r>
              <a:rPr lang="es-ES" sz="2800" dirty="0"/>
              <a:t>y1 = y + 1 </a:t>
            </a:r>
          </a:p>
          <a:p>
            <a:endParaRPr lang="es-ES" sz="2800" dirty="0"/>
          </a:p>
          <a:p>
            <a:r>
              <a:rPr lang="es-ES" sz="2800" b="1" dirty="0" err="1"/>
              <a:t>if</a:t>
            </a:r>
            <a:r>
              <a:rPr lang="es-ES" sz="2800" b="1" dirty="0"/>
              <a:t> m=1</a:t>
            </a:r>
          </a:p>
          <a:p>
            <a:r>
              <a:rPr lang="es-ES" sz="2800" dirty="0"/>
              <a:t>x1=x+1</a:t>
            </a:r>
          </a:p>
          <a:p>
            <a:r>
              <a:rPr lang="es-ES" sz="2800" dirty="0"/>
              <a:t>y1=y+1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6077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(Question)</a:t>
            </a:r>
            <a:endParaRPr lang="x-non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131" y="2129760"/>
            <a:ext cx="2781300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933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(Solve):  Calculate Slope m and 1</a:t>
            </a:r>
            <a:r>
              <a:rPr lang="en-US" baseline="30000" dirty="0"/>
              <a:t>st</a:t>
            </a:r>
            <a:r>
              <a:rPr lang="en-US" dirty="0"/>
              <a:t> Pixel </a:t>
            </a:r>
            <a:endParaRPr lang="x-none" dirty="0"/>
          </a:p>
        </p:txBody>
      </p:sp>
      <p:pic>
        <p:nvPicPr>
          <p:cNvPr id="6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359742"/>
            <a:ext cx="6929115" cy="3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17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(Solve): Calculate 2</a:t>
            </a:r>
            <a:r>
              <a:rPr lang="en-US" baseline="30000" dirty="0"/>
              <a:t>nd</a:t>
            </a:r>
            <a:r>
              <a:rPr lang="en-US" dirty="0"/>
              <a:t> pixel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47" y="2227006"/>
            <a:ext cx="7020905" cy="371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3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(Solve): Calculate 3</a:t>
            </a:r>
            <a:r>
              <a:rPr lang="en-US" baseline="30000" dirty="0"/>
              <a:t>rd</a:t>
            </a:r>
            <a:r>
              <a:rPr lang="en-US" dirty="0"/>
              <a:t> pixel</a:t>
            </a:r>
            <a:endParaRPr lang="x-none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62200"/>
            <a:ext cx="5805861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26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(Solve): Calculate  Final pixel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364" y="2053941"/>
            <a:ext cx="5887272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96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Digital Differential Analyzer (DDA)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Disadvantages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752168" y="2448232"/>
            <a:ext cx="786089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400" dirty="0"/>
              <a:t>Floating point arithmetic in DDA algorithm is still time consuming. The algorithm is orientation dependent. Hence end point accuracy is poor.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400" dirty="0"/>
              <a:t>Although DDA is fast, the accumulation of round-off error in successive additions of floating point increment, however can cause the calculation pixel position to drift away from the true line path for long line segment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78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265471" y="2448232"/>
            <a:ext cx="8347587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 Midpoint line algorithm is an incremental line plotting algorithm i.e. at each step we make incremental calculations based on preceding step to find next y value, in order to form a close approximation to a straight line between two points.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995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lang="x-none" dirty="0"/>
          </a:p>
        </p:txBody>
      </p:sp>
      <p:pic>
        <p:nvPicPr>
          <p:cNvPr id="6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138522"/>
            <a:ext cx="6401193" cy="381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11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1120877" y="2690336"/>
            <a:ext cx="651878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indent="0">
              <a:buNone/>
            </a:pPr>
            <a:r>
              <a:rPr lang="en-US" sz="3600" b="1" dirty="0"/>
              <a:t>Equation of Line:</a:t>
            </a:r>
          </a:p>
          <a:p>
            <a:pPr marL="118872" indent="0">
              <a:buNone/>
            </a:pPr>
            <a:r>
              <a:rPr lang="en-US" sz="3600" dirty="0"/>
              <a:t>y=</a:t>
            </a:r>
            <a:r>
              <a:rPr lang="en-US" sz="3600" dirty="0" err="1"/>
              <a:t>mx+B</a:t>
            </a:r>
            <a:endParaRPr lang="en-US" sz="3600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sz="3600" b="1" dirty="0"/>
              <a:t>Function of Line:</a:t>
            </a:r>
          </a:p>
          <a:p>
            <a:pPr marL="118872" indent="0">
              <a:buNone/>
            </a:pPr>
            <a:r>
              <a:rPr lang="en-US" sz="3600" dirty="0"/>
              <a:t>F(</a:t>
            </a:r>
            <a:r>
              <a:rPr lang="en-US" sz="3600" dirty="0" err="1"/>
              <a:t>x,y</a:t>
            </a:r>
            <a:r>
              <a:rPr lang="en-US" sz="3600" dirty="0"/>
              <a:t>)= </a:t>
            </a:r>
            <a:r>
              <a:rPr lang="en-US" sz="3600" dirty="0" err="1"/>
              <a:t>ax+by+c</a:t>
            </a:r>
            <a:endParaRPr lang="en-US" sz="3600" dirty="0"/>
          </a:p>
          <a:p>
            <a:pPr marL="118872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9807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89" y="2256502"/>
            <a:ext cx="7859222" cy="390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90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</a:t>
            </a:r>
            <a:endParaRPr lang="x-none" dirty="0"/>
          </a:p>
        </p:txBody>
      </p:sp>
      <p:pic>
        <p:nvPicPr>
          <p:cNvPr id="7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71251"/>
            <a:ext cx="6477000" cy="374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22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2126220"/>
            <a:ext cx="802059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03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(Find </a:t>
            </a:r>
            <a:r>
              <a:rPr lang="en-US" dirty="0" err="1"/>
              <a:t>Dstart</a:t>
            </a:r>
            <a:r>
              <a:rPr lang="en-US" dirty="0"/>
              <a:t>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8006"/>
            <a:ext cx="8229600" cy="395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14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(Find </a:t>
            </a:r>
            <a:r>
              <a:rPr lang="en-US" dirty="0" err="1"/>
              <a:t>Dstart</a:t>
            </a:r>
            <a:r>
              <a:rPr lang="en-US" dirty="0"/>
              <a:t>)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53994"/>
            <a:ext cx="6705599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77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(How to Choose E / NE)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2657149"/>
            <a:ext cx="5486400" cy="335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1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E is chosen)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89" y="2496914"/>
            <a:ext cx="7497221" cy="375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23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E is chosen)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8" y="2197510"/>
            <a:ext cx="7649643" cy="398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06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(If  NE is chosen)</a:t>
            </a:r>
            <a:endParaRPr lang="x-none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126220"/>
            <a:ext cx="6753657" cy="389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48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(Adjustment with value 2)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14708"/>
            <a:ext cx="8229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956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Derivation (Summary)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62200"/>
            <a:ext cx="8229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7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x-none" dirty="0"/>
          </a:p>
        </p:txBody>
      </p:sp>
      <p:sp>
        <p:nvSpPr>
          <p:cNvPr id="3" name="Rectangle 2"/>
          <p:cNvSpPr/>
          <p:nvPr/>
        </p:nvSpPr>
        <p:spPr>
          <a:xfrm>
            <a:off x="476205" y="2347902"/>
            <a:ext cx="6897989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000" dirty="0"/>
              <a:t>Incremental Method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000" dirty="0"/>
              <a:t>No Round Function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000" dirty="0"/>
              <a:t>More accurate position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000" dirty="0"/>
              <a:t>Only Arithmetic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47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 : Question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21974"/>
            <a:ext cx="5638799" cy="368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01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Mathematics: Solve</a:t>
            </a:r>
            <a:endParaRPr lang="x-none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55067"/>
            <a:ext cx="8229600" cy="34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92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80" y="2344994"/>
            <a:ext cx="7193040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68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</a:t>
            </a:r>
            <a:endParaRPr lang="x-none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55067"/>
            <a:ext cx="8229600" cy="37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488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27" y="2580968"/>
            <a:ext cx="7094690" cy="32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7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Bresenham's</a:t>
            </a:r>
            <a:r>
              <a:rPr lang="en-US" sz="3400" dirty="0"/>
              <a:t> Mid Point Line Algorithm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Mathematics</a:t>
            </a:r>
            <a:endParaRPr lang="x-none" dirty="0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27" y="2580968"/>
            <a:ext cx="7094690" cy="32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02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521497"/>
            <a:ext cx="834758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Foley, van Dam, </a:t>
            </a:r>
            <a:r>
              <a:rPr lang="en-US" sz="2800" dirty="0" err="1"/>
              <a:t>Feiner</a:t>
            </a:r>
            <a:r>
              <a:rPr lang="en-US" sz="2800" dirty="0"/>
              <a:t>, Hughes, Computer Graphics: principles and practice, Addison Wesley, Second Edition.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Schaum's</a:t>
            </a:r>
            <a:r>
              <a:rPr lang="en-US" sz="2800" dirty="0"/>
              <a:t> Outline of Theory &amp; Problems of Computer Graphics.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Peter Shirley Steve </a:t>
            </a:r>
            <a:r>
              <a:rPr lang="en-US" sz="2800" dirty="0" err="1"/>
              <a:t>Marschner</a:t>
            </a:r>
            <a:r>
              <a:rPr lang="en-US" sz="2800" dirty="0"/>
              <a:t> , “Fundamental of computer graphics”, Third Edition.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332182"/>
            <a:ext cx="810144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/>
            <a:r>
              <a:rPr lang="en-US" dirty="0"/>
              <a:t>Chapter 3:  Basic Raster Graphics Algorithm for Drawing 2D Primitives.</a:t>
            </a:r>
          </a:p>
          <a:p>
            <a:pPr lvl="0" algn="just"/>
            <a:r>
              <a:rPr lang="en-US" dirty="0"/>
              <a:t> Foley, van Dam, </a:t>
            </a:r>
            <a:r>
              <a:rPr lang="en-US" dirty="0" err="1"/>
              <a:t>Feiner</a:t>
            </a:r>
            <a:r>
              <a:rPr lang="en-US" dirty="0"/>
              <a:t>, Hughes, Computer Graphics: principles and practice, 2</a:t>
            </a:r>
            <a:r>
              <a:rPr lang="en-US" baseline="30000" dirty="0"/>
              <a:t>nd</a:t>
            </a:r>
            <a:r>
              <a:rPr lang="en-US" dirty="0"/>
              <a:t> ed.</a:t>
            </a:r>
          </a:p>
          <a:p>
            <a:pPr lvl="0"/>
            <a:endParaRPr lang="en-US" dirty="0"/>
          </a:p>
          <a:p>
            <a:pPr lvl="0"/>
            <a:r>
              <a:rPr lang="en-US" dirty="0">
                <a:hlinkClick r:id="rId2"/>
              </a:rPr>
              <a:t>https://www.slideshare.net/mohammedarif89/intro-to-scan-conversion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3"/>
              </a:rPr>
              <a:t>https://en.wikipedia.org/wiki/Rasterisation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4"/>
              </a:rPr>
              <a:t>http://resources.mpi-inf.mpg.de/departments/d4/teaching/ws200708/cg/slides/</a:t>
            </a:r>
          </a:p>
          <a:p>
            <a:pPr lvl="0"/>
            <a:r>
              <a:rPr lang="en-US" dirty="0">
                <a:hlinkClick r:id="rId4"/>
              </a:rPr>
              <a:t>CG16-RasterizationClipping.pdf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5"/>
              </a:rPr>
              <a:t>https://www.tutorialspoint.com/computer_graphics/line_generation_algorithm.htm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6"/>
              </a:rPr>
              <a:t>https://en.wikipedia.org/wiki/Digital_differential_analyzer_(graphics_algorithm)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7"/>
              </a:rPr>
              <a:t>https://www.slideshare.net/ManikanthKummarikunt/dda-algorithm-97720869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8"/>
              </a:rPr>
              <a:t>https://www.slideshare.net/drishtibhalla/mid-point-line-algorithm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hlinkClick r:id="rId9"/>
              </a:rPr>
              <a:t>https://en.wikipedia.org/wiki/Bresenham%27s_line_algorithm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FA5CC1224B7D43838210D45DA56F3A" ma:contentTypeVersion="10" ma:contentTypeDescription="Create a new document." ma:contentTypeScope="" ma:versionID="b813a5987de7d5e0bb0db86ae2648b96">
  <xsd:schema xmlns:xsd="http://www.w3.org/2001/XMLSchema" xmlns:xs="http://www.w3.org/2001/XMLSchema" xmlns:p="http://schemas.microsoft.com/office/2006/metadata/properties" xmlns:ns2="08d49c43-7699-42f3-a70f-0929de82a144" xmlns:ns3="3aad5d91-f2db-4a1b-9283-0f202a4efe7d" targetNamespace="http://schemas.microsoft.com/office/2006/metadata/properties" ma:root="true" ma:fieldsID="9721b78a2afdc607ab57992b73178176" ns2:_="" ns3:_="">
    <xsd:import namespace="08d49c43-7699-42f3-a70f-0929de82a144"/>
    <xsd:import namespace="3aad5d91-f2db-4a1b-9283-0f202a4ef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49c43-7699-42f3-a70f-0929de82a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d5d91-f2db-4a1b-9283-0f202a4efe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3d6b-ea92-4ede-a668-5e2fa9577258}" ma:internalName="TaxCatchAll" ma:showField="CatchAllData" ma:web="3aad5d91-f2db-4a1b-9283-0f202a4ef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ad5d91-f2db-4a1b-9283-0f202a4efe7d" xsi:nil="true"/>
    <lcf76f155ced4ddcb4097134ff3c332f xmlns="08d49c43-7699-42f3-a70f-0929de82a1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7C90F2-1A23-4E6B-BAAC-C7CA42990120}"/>
</file>

<file path=customXml/itemProps2.xml><?xml version="1.0" encoding="utf-8"?>
<ds:datastoreItem xmlns:ds="http://schemas.openxmlformats.org/officeDocument/2006/customXml" ds:itemID="{218FA89A-B30D-45E5-8DEC-B6EAFA38B2CA}"/>
</file>

<file path=customXml/itemProps3.xml><?xml version="1.0" encoding="utf-8"?>
<ds:datastoreItem xmlns:ds="http://schemas.openxmlformats.org/officeDocument/2006/customXml" ds:itemID="{2A295631-4A63-4F1F-8F1E-E14AA8D4279C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580</TotalTime>
  <Words>953</Words>
  <Application>Microsoft Office PowerPoint</Application>
  <PresentationFormat>On-screen Show (4:3)</PresentationFormat>
  <Paragraphs>172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Corbel</vt:lpstr>
      <vt:lpstr>Wingdings</vt:lpstr>
      <vt:lpstr>Spectrum</vt:lpstr>
      <vt:lpstr>Scan Conversation (Part 1)</vt:lpstr>
      <vt:lpstr>Lecture Outline</vt:lpstr>
      <vt:lpstr>Scan Conversation</vt:lpstr>
      <vt:lpstr>Rasterisation</vt:lpstr>
      <vt:lpstr>Incremental Algorithm</vt:lpstr>
      <vt:lpstr>Incremental Algorithm</vt:lpstr>
      <vt:lpstr>Incremental Algorithm</vt:lpstr>
      <vt:lpstr>Incremental Algorithm</vt:lpstr>
      <vt:lpstr>Incremental Algorithm</vt:lpstr>
      <vt:lpstr>Incremental Algorithm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Digital Differential Analyzer (DDA)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Bresenham's Mid Point Line Algorithm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Dipta Justin Gomes</cp:lastModifiedBy>
  <cp:revision>40</cp:revision>
  <dcterms:created xsi:type="dcterms:W3CDTF">2018-12-10T17:20:29Z</dcterms:created>
  <dcterms:modified xsi:type="dcterms:W3CDTF">2025-03-16T04:15:53Z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0x01010000FA5CC1224B7D43838210D45DA56F3A</vt:lpwstr>
  </property>
</Properties>
</file>