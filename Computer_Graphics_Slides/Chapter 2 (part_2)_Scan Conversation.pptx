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8" r:id="rId4"/>
    <p:sldId id="289" r:id="rId5"/>
    <p:sldId id="311" r:id="rId6"/>
    <p:sldId id="312" r:id="rId7"/>
    <p:sldId id="313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slide/9120741/" TargetMode="External"/><Relationship Id="rId2" Type="http://schemas.openxmlformats.org/officeDocument/2006/relationships/hyperlink" Target="https://www.slideshare.net/mohammedarif89/midpoint-circle-algo?qid=33e02b6e-628f-4b43-afcb-ea838ebf72c9&amp;v=&amp;b=&amp;from_search=2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studyresearch.in/2018/03/11/bresenhams-circle-algorithm/" TargetMode="External"/><Relationship Id="rId4" Type="http://schemas.openxmlformats.org/officeDocument/2006/relationships/hyperlink" Target="https://en.wikipedia.org/wiki/Midpoint_circle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Scan Conversation (Part 1)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30997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</a:t>
            </a:r>
            <a:r>
              <a:rPr lang="en-US" dirty="0" smtClean="0"/>
              <a:t>: Computer 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8"/>
            <a:ext cx="7905135" cy="363866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300" dirty="0" smtClean="0">
                <a:solidFill>
                  <a:schemeClr val="tx1"/>
                </a:solidFill>
              </a:rPr>
              <a:t>Midpoint Circle Algorithm (Derivation)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Midpoint Circle Algorithm </a:t>
            </a:r>
            <a:r>
              <a:rPr lang="en-US" sz="2300" dirty="0" smtClean="0">
                <a:solidFill>
                  <a:schemeClr val="tx1"/>
                </a:solidFill>
              </a:rPr>
              <a:t>(Mathematics)</a:t>
            </a:r>
            <a:endParaRPr lang="en-US" sz="23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300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94967" y="2300748"/>
            <a:ext cx="850981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/>
              <a:t>In </a:t>
            </a:r>
            <a:r>
              <a:rPr lang="en-US" sz="2800" dirty="0"/>
              <a:t>computer graphics, the midpoint circle algorithm is an algorithm used to determine the points needed for rasterizing a circle. </a:t>
            </a:r>
            <a:r>
              <a:rPr lang="en-US" sz="2800" dirty="0" err="1"/>
              <a:t>Bresenham's</a:t>
            </a:r>
            <a:r>
              <a:rPr lang="en-US" sz="2800" dirty="0"/>
              <a:t> circle </a:t>
            </a:r>
            <a:r>
              <a:rPr lang="en-US" sz="2800" dirty="0" err="1"/>
              <a:t>algorithmis</a:t>
            </a:r>
            <a:r>
              <a:rPr lang="en-US" sz="2800" dirty="0"/>
              <a:t> derived from the midpoint circle algorithm</a:t>
            </a:r>
          </a:p>
          <a:p>
            <a:pPr algn="just"/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9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</a:t>
            </a:r>
            <a:r>
              <a:rPr lang="en-US" sz="3400" dirty="0"/>
              <a:t>C</a:t>
            </a:r>
            <a:r>
              <a:rPr lang="en-US" sz="3400" dirty="0" smtClean="0"/>
              <a:t>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x-none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441526"/>
            <a:ext cx="5900737" cy="362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61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x-none" dirty="0"/>
          </a:p>
        </p:txBody>
      </p:sp>
      <p:pic>
        <p:nvPicPr>
          <p:cNvPr id="6" name="Content Placeholder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97" y="2227006"/>
            <a:ext cx="5311006" cy="390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1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x-none" dirty="0"/>
          </a:p>
        </p:txBody>
      </p:sp>
      <p:pic>
        <p:nvPicPr>
          <p:cNvPr id="7" name="Content Placeholder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14" y="2256504"/>
            <a:ext cx="8227971" cy="377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9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Derivation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15" y="2186170"/>
            <a:ext cx="7933818" cy="3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6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How to chose E/SE</a:t>
            </a:r>
            <a:endParaRPr lang="x-none" dirty="0"/>
          </a:p>
        </p:txBody>
      </p:sp>
      <p:pic>
        <p:nvPicPr>
          <p:cNvPr id="7" name="Content Placeholder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27" y="2182762"/>
            <a:ext cx="5696745" cy="35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0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dstart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17" y="2256503"/>
            <a:ext cx="6167966" cy="35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1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if E Selected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58" y="2197509"/>
            <a:ext cx="7156865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6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if SE Selected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4" y="2389239"/>
            <a:ext cx="7783011" cy="34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7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Finally</a:t>
            </a:r>
            <a:endParaRPr lang="x-none" dirty="0"/>
          </a:p>
        </p:txBody>
      </p:sp>
      <p:pic>
        <p:nvPicPr>
          <p:cNvPr id="7" name="Content Placeholder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17" y="2241755"/>
            <a:ext cx="6167966" cy="349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6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(Question) : Center 0,0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73" y="2271251"/>
            <a:ext cx="808785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8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8" y="2285999"/>
            <a:ext cx="8011643" cy="389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5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68" y="2227005"/>
            <a:ext cx="7983064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8" y="2227005"/>
            <a:ext cx="8011643" cy="37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1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(solution): Final Pixels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(</a:t>
            </a:r>
            <a:r>
              <a:rPr lang="en-US" sz="2800" dirty="0" err="1" smtClean="0"/>
              <a:t>x,y</a:t>
            </a:r>
            <a:r>
              <a:rPr lang="en-US" sz="2800" dirty="0"/>
              <a:t>)= (1,10)</a:t>
            </a:r>
          </a:p>
          <a:p>
            <a:pPr marL="1243584" lvl="4" indent="0">
              <a:buNone/>
            </a:pPr>
            <a:r>
              <a:rPr lang="en-US" sz="2800" dirty="0"/>
              <a:t>  (2,10)</a:t>
            </a:r>
          </a:p>
          <a:p>
            <a:pPr marL="1243584" lvl="4" indent="0">
              <a:buNone/>
            </a:pPr>
            <a:r>
              <a:rPr lang="en-US" sz="2800" dirty="0"/>
              <a:t>  (3,10)</a:t>
            </a:r>
          </a:p>
          <a:p>
            <a:pPr marL="1243584" lvl="4" indent="0">
              <a:buNone/>
            </a:pPr>
            <a:r>
              <a:rPr lang="en-US" sz="2800" dirty="0"/>
              <a:t>   (4,9)</a:t>
            </a:r>
          </a:p>
          <a:p>
            <a:pPr marL="1243584" lvl="4" indent="0">
              <a:buNone/>
            </a:pPr>
            <a:r>
              <a:rPr lang="en-US" sz="2800" dirty="0"/>
              <a:t>   (5,9)</a:t>
            </a:r>
          </a:p>
          <a:p>
            <a:pPr marL="1243584" lvl="4" indent="0">
              <a:buNone/>
            </a:pPr>
            <a:r>
              <a:rPr lang="en-US" sz="2800" dirty="0"/>
              <a:t>   (6,8)</a:t>
            </a:r>
          </a:p>
          <a:p>
            <a:pPr marL="1243584" lvl="4" indent="0">
              <a:buNone/>
            </a:pPr>
            <a:r>
              <a:rPr lang="en-US" sz="2800" dirty="0"/>
              <a:t>   (7,7)</a:t>
            </a:r>
          </a:p>
        </p:txBody>
      </p:sp>
    </p:spTree>
    <p:extLst>
      <p:ext uri="{BB962C8B-B14F-4D97-AF65-F5344CB8AC3E}">
        <p14:creationId xmlns:p14="http://schemas.microsoft.com/office/powerpoint/2010/main" val="371062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(Question): if center is not 0,0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</a:t>
            </a:r>
            <a:endParaRPr lang="en-US" sz="2800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84" y="2090799"/>
            <a:ext cx="7935432" cy="39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8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(solution): if center is not zero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</a:t>
            </a:r>
            <a:endParaRPr lang="en-US" sz="2800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10" y="2212257"/>
            <a:ext cx="8097380" cy="409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(solution): if center is not zero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</a:t>
            </a:r>
            <a:endParaRPr lang="en-US" sz="2800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52" y="2507226"/>
            <a:ext cx="7849695" cy="353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8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(solution): if center is not zero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</a:t>
            </a:r>
            <a:endParaRPr lang="en-US" sz="2800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84" y="2344993"/>
            <a:ext cx="7935432" cy="346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6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</a:t>
            </a:r>
            <a:r>
              <a:rPr lang="en-US" sz="3400" dirty="0" smtClean="0"/>
              <a:t>Mid Point Circle Algorithm</a:t>
            </a:r>
            <a:endParaRPr lang="en-US" sz="34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(solution): if center is not zero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138516" y="26814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 smtClean="0"/>
              <a:t>             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286000" y="2722853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smtClean="0"/>
              <a:t>       (</a:t>
            </a:r>
            <a:r>
              <a:rPr lang="en-US" sz="2800" dirty="0" err="1"/>
              <a:t>x,y</a:t>
            </a:r>
            <a:r>
              <a:rPr lang="en-US" sz="2800" dirty="0"/>
              <a:t>)= (3,12)</a:t>
            </a:r>
          </a:p>
          <a:p>
            <a:pPr marL="1243584" lvl="4" indent="0">
              <a:buNone/>
            </a:pPr>
            <a:r>
              <a:rPr lang="en-US" sz="2800" dirty="0"/>
              <a:t>  (4,12)</a:t>
            </a:r>
          </a:p>
          <a:p>
            <a:pPr marL="1243584" lvl="4" indent="0">
              <a:buNone/>
            </a:pPr>
            <a:r>
              <a:rPr lang="en-US" sz="2800" dirty="0"/>
              <a:t>  (5,12)</a:t>
            </a:r>
          </a:p>
          <a:p>
            <a:pPr marL="1243584" lvl="4" indent="0">
              <a:buNone/>
            </a:pPr>
            <a:r>
              <a:rPr lang="en-US" sz="2800" dirty="0"/>
              <a:t>   (6,11)</a:t>
            </a:r>
          </a:p>
          <a:p>
            <a:pPr marL="1243584" lvl="4" indent="0">
              <a:buNone/>
            </a:pPr>
            <a:r>
              <a:rPr lang="en-US" sz="2800" dirty="0"/>
              <a:t>   (7,11)</a:t>
            </a:r>
          </a:p>
          <a:p>
            <a:pPr marL="1243584" lvl="4" indent="0">
              <a:buNone/>
            </a:pPr>
            <a:r>
              <a:rPr lang="en-US" sz="2800" dirty="0"/>
              <a:t>   (8,10)</a:t>
            </a:r>
          </a:p>
          <a:p>
            <a:pPr marL="1243584" lvl="4" indent="0">
              <a:buNone/>
            </a:pPr>
            <a:r>
              <a:rPr lang="en-US" sz="2800" dirty="0"/>
              <a:t>   (9,9)</a:t>
            </a:r>
          </a:p>
        </p:txBody>
      </p:sp>
    </p:spTree>
    <p:extLst>
      <p:ext uri="{BB962C8B-B14F-4D97-AF65-F5344CB8AC3E}">
        <p14:creationId xmlns:p14="http://schemas.microsoft.com/office/powerpoint/2010/main" val="410482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521497"/>
            <a:ext cx="834758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Foley</a:t>
            </a:r>
            <a:r>
              <a:rPr lang="en-US" sz="2800" dirty="0"/>
              <a:t>, van Dam, </a:t>
            </a:r>
            <a:r>
              <a:rPr lang="en-US" sz="2800" dirty="0" err="1"/>
              <a:t>Feiner</a:t>
            </a:r>
            <a:r>
              <a:rPr lang="en-US" sz="2800" dirty="0"/>
              <a:t>, Hughes, Computer Graphics: principles and practice, Addison Wesley, Second Edition.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Schaum's</a:t>
            </a:r>
            <a:r>
              <a:rPr lang="en-US" sz="2800" dirty="0"/>
              <a:t> Outline of Theory &amp; Problems of Computer Graphics.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Peter Shirley Steve </a:t>
            </a:r>
            <a:r>
              <a:rPr lang="en-US" sz="2800" dirty="0" err="1"/>
              <a:t>Marschner</a:t>
            </a:r>
            <a:r>
              <a:rPr lang="en-US" sz="2800" dirty="0"/>
              <a:t> , “Fundamental of computer graphics”, Third Edition</a:t>
            </a:r>
            <a:r>
              <a:rPr lang="en-US" sz="2800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506748"/>
            <a:ext cx="80325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/>
            <a:r>
              <a:rPr lang="en-US" dirty="0"/>
              <a:t>Chapter 3:  Basic Raster Graphics Algorithm for Drawing 2D Primitives.</a:t>
            </a:r>
          </a:p>
          <a:p>
            <a:pPr lvl="0" algn="just"/>
            <a:r>
              <a:rPr lang="en-US" dirty="0"/>
              <a:t> Foley, van Dam, </a:t>
            </a:r>
            <a:r>
              <a:rPr lang="en-US" dirty="0" err="1"/>
              <a:t>Feiner</a:t>
            </a:r>
            <a:r>
              <a:rPr lang="en-US" dirty="0"/>
              <a:t>, Hughes, Computer Graphics: principles and practice, 2</a:t>
            </a:r>
            <a:r>
              <a:rPr lang="en-US" baseline="30000" dirty="0"/>
              <a:t>nd</a:t>
            </a:r>
            <a:r>
              <a:rPr lang="en-US" dirty="0"/>
              <a:t> ed</a:t>
            </a:r>
            <a:r>
              <a:rPr lang="en-US" dirty="0" smtClean="0"/>
              <a:t>.</a:t>
            </a:r>
          </a:p>
          <a:p>
            <a:pPr lvl="0" algn="just"/>
            <a:endParaRPr lang="en-US" dirty="0"/>
          </a:p>
          <a:p>
            <a:pPr lvl="0" algn="just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www.slideshare.net/mohammedarif89/midpoint-circle-algo?</a:t>
            </a:r>
          </a:p>
          <a:p>
            <a:pPr lvl="0" algn="just"/>
            <a:r>
              <a:rPr lang="en-US" dirty="0" err="1" smtClean="0">
                <a:hlinkClick r:id="rId2"/>
              </a:rPr>
              <a:t>qid</a:t>
            </a:r>
            <a:r>
              <a:rPr lang="en-US" dirty="0" smtClean="0">
                <a:hlinkClick r:id="rId2"/>
              </a:rPr>
              <a:t>=33e02b6e-628f-4b43-afcb-ea838ebf72c9&amp;v</a:t>
            </a:r>
            <a:r>
              <a:rPr lang="en-US" dirty="0">
                <a:hlinkClick r:id="rId2"/>
              </a:rPr>
              <a:t>=&amp;b=&amp;</a:t>
            </a:r>
            <a:r>
              <a:rPr lang="en-US" dirty="0" err="1" smtClean="0">
                <a:hlinkClick r:id="rId2"/>
              </a:rPr>
              <a:t>from_search</a:t>
            </a:r>
            <a:r>
              <a:rPr lang="en-US" dirty="0" smtClean="0">
                <a:hlinkClick r:id="rId2"/>
              </a:rPr>
              <a:t>=2</a:t>
            </a:r>
            <a:endParaRPr lang="en-US" dirty="0" smtClean="0"/>
          </a:p>
          <a:p>
            <a:pPr lvl="0" algn="just"/>
            <a:endParaRPr lang="en-US" dirty="0"/>
          </a:p>
          <a:p>
            <a:pPr lvl="0" algn="just"/>
            <a:r>
              <a:rPr lang="en-US" dirty="0">
                <a:hlinkClick r:id="rId3"/>
              </a:rPr>
              <a:t>https://slideplayer.com/slide/9120741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lvl="0" algn="just"/>
            <a:endParaRPr lang="en-US" dirty="0" smtClean="0"/>
          </a:p>
          <a:p>
            <a:pPr lvl="0" algn="just"/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en.wikipedia.org/wiki/Midpoint_circle_algorithm</a:t>
            </a:r>
            <a:endParaRPr lang="en-US" dirty="0" smtClean="0"/>
          </a:p>
          <a:p>
            <a:pPr lvl="0" algn="just"/>
            <a:endParaRPr lang="en-US" dirty="0"/>
          </a:p>
          <a:p>
            <a:pPr lvl="0" algn="just"/>
            <a:r>
              <a:rPr lang="en-US" dirty="0">
                <a:hlinkClick r:id="rId5"/>
              </a:rPr>
              <a:t>https://studyresearch.in/2018/03/11/bresenhams-circle-algorithm/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FA5CC1224B7D43838210D45DA56F3A" ma:contentTypeVersion="10" ma:contentTypeDescription="Create a new document." ma:contentTypeScope="" ma:versionID="b813a5987de7d5e0bb0db86ae2648b96">
  <xsd:schema xmlns:xsd="http://www.w3.org/2001/XMLSchema" xmlns:xs="http://www.w3.org/2001/XMLSchema" xmlns:p="http://schemas.microsoft.com/office/2006/metadata/properties" xmlns:ns2="08d49c43-7699-42f3-a70f-0929de82a144" xmlns:ns3="3aad5d91-f2db-4a1b-9283-0f202a4efe7d" targetNamespace="http://schemas.microsoft.com/office/2006/metadata/properties" ma:root="true" ma:fieldsID="9721b78a2afdc607ab57992b73178176" ns2:_="" ns3:_="">
    <xsd:import namespace="08d49c43-7699-42f3-a70f-0929de82a144"/>
    <xsd:import namespace="3aad5d91-f2db-4a1b-9283-0f202a4ef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49c43-7699-42f3-a70f-0929de82a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5d91-f2db-4a1b-9283-0f202a4ef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3d6b-ea92-4ede-a668-5e2fa9577258}" ma:internalName="TaxCatchAll" ma:showField="CatchAllData" ma:web="3aad5d91-f2db-4a1b-9283-0f202a4ef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ad5d91-f2db-4a1b-9283-0f202a4efe7d" xsi:nil="true"/>
    <lcf76f155ced4ddcb4097134ff3c332f xmlns="08d49c43-7699-42f3-a70f-0929de82a1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7611C16-4728-421D-86E9-CD71A3360EF5}"/>
</file>

<file path=customXml/itemProps2.xml><?xml version="1.0" encoding="utf-8"?>
<ds:datastoreItem xmlns:ds="http://schemas.openxmlformats.org/officeDocument/2006/customXml" ds:itemID="{CFDFEE7D-B15F-4C1F-A4DC-4F0EAA5E1E2E}"/>
</file>

<file path=customXml/itemProps3.xml><?xml version="1.0" encoding="utf-8"?>
<ds:datastoreItem xmlns:ds="http://schemas.openxmlformats.org/officeDocument/2006/customXml" ds:itemID="{0F5FC1E3-7E11-4B35-B602-9FE4FFE83A1E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444</TotalTime>
  <Words>412</Words>
  <Application>Microsoft Office PowerPoint</Application>
  <PresentationFormat>On-screen Show (4:3)</PresentationFormat>
  <Paragraphs>97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Spectrum</vt:lpstr>
      <vt:lpstr>Scan Conversation (Part 1)</vt:lpstr>
      <vt:lpstr>Lecture Outline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Bresenham's Mid Point Circle Algorithm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Teacher</cp:lastModifiedBy>
  <cp:revision>41</cp:revision>
  <dcterms:created xsi:type="dcterms:W3CDTF">2018-12-10T17:20:29Z</dcterms:created>
  <dcterms:modified xsi:type="dcterms:W3CDTF">2020-04-30T11:42:00Z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0x01010000FA5CC1224B7D43838210D45DA56F3A</vt:lpwstr>
  </property>
</Properties>
</file>