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9144000"/>
  <p:notesSz cx="6858000" cy="9144000"/>
  <p:embeddedFontLst>
    <p:embeddedFont>
      <p:font typeface="Corbel"/>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g58WO2grELTiEdIhbj1+NOyIKz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ED13C9-BA61-48EE-9C56-C746C9FB2201}">
  <a:tblStyle styleId="{51ED13C9-BA61-48EE-9C56-C746C9FB2201}"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6E6E6"/>
          </a:solidFill>
        </a:fill>
      </a:tcStyle>
    </a:wholeTbl>
    <a:band1H>
      <a:tcTxStyle b="off" i="off"/>
      <a:tcStyle>
        <a:fill>
          <a:solidFill>
            <a:srgbClr val="CACACA"/>
          </a:solidFill>
        </a:fill>
      </a:tcStyle>
    </a:band1H>
    <a:band2H>
      <a:tcTxStyle b="off" i="off"/>
    </a:band2H>
    <a:band1V>
      <a:tcTxStyle b="off" i="off"/>
      <a:tcStyle>
        <a:fill>
          <a:solidFill>
            <a:srgbClr val="CACACA"/>
          </a:solidFill>
        </a:fill>
      </a:tcStyle>
    </a:band1V>
    <a:band2V>
      <a:tcTxStyle b="off" i="off"/>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6E6E6"/>
          </a:solidFill>
        </a:fill>
      </a:tcStyle>
    </a:lastRow>
    <a:seCell>
      <a:tcTxStyle b="off" i="off"/>
    </a:seCell>
    <a:swCell>
      <a:tcTxStyle b="off" i="off"/>
    </a:swCell>
    <a:firstRow>
      <a:tcTxStyle b="on" i="off"/>
      <a:tcStyle>
        <a:fill>
          <a:solidFill>
            <a:srgbClr val="E6E6E6"/>
          </a:solidFill>
        </a:fill>
      </a:tcStyle>
    </a:firstRow>
    <a:neCell>
      <a:tcTxStyle b="off" i="off"/>
    </a:neCell>
    <a:nwCell>
      <a:tcTxStyle b="off" i="off"/>
    </a:nwCell>
  </a:tblStyle>
  <a:tblStyle styleId="{A2180EE1-C431-4C03-B926-02A5693A1C0C}"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CF7"/>
          </a:solidFill>
        </a:fill>
      </a:tcStyle>
    </a:wholeTbl>
    <a:band1H>
      <a:tcTxStyle b="off" i="off"/>
      <a:tcStyle>
        <a:fill>
          <a:solidFill>
            <a:srgbClr val="CBD7EF"/>
          </a:solidFill>
        </a:fill>
      </a:tcStyle>
    </a:band1H>
    <a:band2H>
      <a:tcTxStyle b="off" i="off"/>
    </a:band2H>
    <a:band1V>
      <a:tcTxStyle b="off" i="off"/>
      <a:tcStyle>
        <a:fill>
          <a:solidFill>
            <a:srgbClr val="CBD7EF"/>
          </a:solidFill>
        </a:fill>
      </a:tcStyle>
    </a:band1V>
    <a:band2V>
      <a:tcTxStyle b="off" i="off"/>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rbel-regular.fntdata"/><Relationship Id="rId20" Type="http://schemas.openxmlformats.org/officeDocument/2006/relationships/slide" Target="slides/slide14.xml"/><Relationship Id="rId42" Type="http://schemas.openxmlformats.org/officeDocument/2006/relationships/font" Target="fonts/Corbel-italic.fntdata"/><Relationship Id="rId41" Type="http://schemas.openxmlformats.org/officeDocument/2006/relationships/font" Target="fonts/Corbel-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Corbel-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8e2dbc22e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38e2dbc22e8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c580676c6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g3bc580676c6_1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c580676c6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3bc580676c6_1_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c580676c6_1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bc580676c6_1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bc580676c6_1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g3bc580676c6_1_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bc580676c6_1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3bc580676c6_1_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bc580676c6_1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g3bc580676c6_1_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17cc22cd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9" name="Google Shape;439;g3a17cc22cd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48"/>
          <p:cNvSpPr/>
          <p:nvPr/>
        </p:nvSpPr>
        <p:spPr>
          <a:xfrm>
            <a:off x="284163" y="444728"/>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20" name="Google Shape;20;p48"/>
          <p:cNvGrpSpPr/>
          <p:nvPr/>
        </p:nvGrpSpPr>
        <p:grpSpPr>
          <a:xfrm>
            <a:off x="284163" y="1906542"/>
            <a:ext cx="8576373" cy="137411"/>
            <a:chOff x="284163" y="1759424"/>
            <a:chExt cx="8576373" cy="137411"/>
          </a:xfrm>
        </p:grpSpPr>
        <p:sp>
          <p:nvSpPr>
            <p:cNvPr id="21" name="Google Shape;21;p48"/>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 name="Google Shape;22;p48"/>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 name="Google Shape;23;p48"/>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24" name="Google Shape;24;p48"/>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8"/>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lnSpc>
                <a:spcPct val="100000"/>
              </a:lnSpc>
              <a:spcBef>
                <a:spcPts val="600"/>
              </a:spcBef>
              <a:spcAft>
                <a:spcPts val="0"/>
              </a:spcAft>
              <a:buSzPts val="1980"/>
              <a:buNone/>
              <a:defRPr>
                <a:solidFill>
                  <a:srgbClr val="888888"/>
                </a:solidFill>
              </a:defRPr>
            </a:lvl2pPr>
            <a:lvl3pPr lvl="2" algn="ctr">
              <a:lnSpc>
                <a:spcPct val="100000"/>
              </a:lnSpc>
              <a:spcBef>
                <a:spcPts val="600"/>
              </a:spcBef>
              <a:spcAft>
                <a:spcPts val="0"/>
              </a:spcAft>
              <a:buSzPts val="1800"/>
              <a:buNone/>
              <a:defRPr>
                <a:solidFill>
                  <a:srgbClr val="888888"/>
                </a:solidFill>
              </a:defRPr>
            </a:lvl3pPr>
            <a:lvl4pPr lvl="3" algn="ctr">
              <a:lnSpc>
                <a:spcPct val="100000"/>
              </a:lnSpc>
              <a:spcBef>
                <a:spcPts val="600"/>
              </a:spcBef>
              <a:spcAft>
                <a:spcPts val="0"/>
              </a:spcAft>
              <a:buSzPts val="1620"/>
              <a:buNone/>
              <a:defRPr>
                <a:solidFill>
                  <a:srgbClr val="888888"/>
                </a:solidFill>
              </a:defRPr>
            </a:lvl4pPr>
            <a:lvl5pPr lvl="4" algn="ctr">
              <a:lnSpc>
                <a:spcPct val="100000"/>
              </a:lnSpc>
              <a:spcBef>
                <a:spcPts val="600"/>
              </a:spcBef>
              <a:spcAft>
                <a:spcPts val="0"/>
              </a:spcAft>
              <a:buSzPts val="1620"/>
              <a:buNone/>
              <a:defRPr>
                <a:solidFill>
                  <a:srgbClr val="888888"/>
                </a:solidFill>
              </a:defRPr>
            </a:lvl5pPr>
            <a:lvl6pPr lvl="5" algn="ctr">
              <a:lnSpc>
                <a:spcPct val="100000"/>
              </a:lnSpc>
              <a:spcBef>
                <a:spcPts val="600"/>
              </a:spcBef>
              <a:spcAft>
                <a:spcPts val="0"/>
              </a:spcAft>
              <a:buSzPts val="1620"/>
              <a:buNone/>
              <a:defRPr>
                <a:solidFill>
                  <a:srgbClr val="888888"/>
                </a:solidFill>
              </a:defRPr>
            </a:lvl6pPr>
            <a:lvl7pPr lvl="6" algn="ctr">
              <a:lnSpc>
                <a:spcPct val="100000"/>
              </a:lnSpc>
              <a:spcBef>
                <a:spcPts val="600"/>
              </a:spcBef>
              <a:spcAft>
                <a:spcPts val="0"/>
              </a:spcAft>
              <a:buSzPts val="1620"/>
              <a:buNone/>
              <a:defRPr>
                <a:solidFill>
                  <a:srgbClr val="888888"/>
                </a:solidFill>
              </a:defRPr>
            </a:lvl7pPr>
            <a:lvl8pPr lvl="7" algn="ctr">
              <a:lnSpc>
                <a:spcPct val="100000"/>
              </a:lnSpc>
              <a:spcBef>
                <a:spcPts val="600"/>
              </a:spcBef>
              <a:spcAft>
                <a:spcPts val="0"/>
              </a:spcAft>
              <a:buSzPts val="1620"/>
              <a:buNone/>
              <a:defRPr>
                <a:solidFill>
                  <a:srgbClr val="888888"/>
                </a:solidFill>
              </a:defRPr>
            </a:lvl8pPr>
            <a:lvl9pPr lvl="8" algn="ctr">
              <a:lnSpc>
                <a:spcPct val="100000"/>
              </a:lnSpc>
              <a:spcBef>
                <a:spcPts val="600"/>
              </a:spcBef>
              <a:spcAft>
                <a:spcPts val="0"/>
              </a:spcAft>
              <a:buSzPts val="1620"/>
              <a:buNone/>
              <a:defRPr>
                <a:solidFill>
                  <a:srgbClr val="888888"/>
                </a:solidFill>
              </a:defRPr>
            </a:lvl9pPr>
          </a:lstStyle>
          <a:p/>
        </p:txBody>
      </p:sp>
      <p:sp>
        <p:nvSpPr>
          <p:cNvPr id="26" name="Google Shape;26;p48"/>
          <p:cNvSpPr/>
          <p:nvPr/>
        </p:nvSpPr>
        <p:spPr>
          <a:xfrm>
            <a:off x="284163" y="6227064"/>
            <a:ext cx="8574087" cy="173736"/>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Image result for AIUB logo" id="27" name="Google Shape;27;p48"/>
          <p:cNvPicPr preferRelativeResize="0"/>
          <p:nvPr/>
        </p:nvPicPr>
        <p:blipFill rotWithShape="1">
          <a:blip r:embed="rId2">
            <a:alphaModFix/>
          </a:blip>
          <a:srcRect b="0" l="0" r="0" t="0"/>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49"/>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30" name="Google Shape;30;p49"/>
          <p:cNvGrpSpPr/>
          <p:nvPr/>
        </p:nvGrpSpPr>
        <p:grpSpPr>
          <a:xfrm>
            <a:off x="284163" y="1577847"/>
            <a:ext cx="8576373" cy="137411"/>
            <a:chOff x="284163" y="1577847"/>
            <a:chExt cx="8576373" cy="137411"/>
          </a:xfrm>
        </p:grpSpPr>
        <p:sp>
          <p:nvSpPr>
            <p:cNvPr id="31" name="Google Shape;31;p49"/>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 name="Google Shape;32;p49"/>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 name="Google Shape;33;p49"/>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4" name="Google Shape;34;p49"/>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9"/>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31470" lvl="0" marL="457200" algn="l">
              <a:lnSpc>
                <a:spcPct val="100000"/>
              </a:lnSpc>
              <a:spcBef>
                <a:spcPts val="2000"/>
              </a:spcBef>
              <a:spcAft>
                <a:spcPts val="0"/>
              </a:spcAft>
              <a:buSzPts val="1620"/>
              <a:buChar char="?"/>
              <a:defRPr/>
            </a:lvl1pPr>
            <a:lvl2pPr indent="-331469" lvl="1" marL="914400" algn="l">
              <a:lnSpc>
                <a:spcPct val="100000"/>
              </a:lnSpc>
              <a:spcBef>
                <a:spcPts val="600"/>
              </a:spcBef>
              <a:spcAft>
                <a:spcPts val="0"/>
              </a:spcAft>
              <a:buSzPts val="1620"/>
              <a:buChar char="?"/>
              <a:defRPr/>
            </a:lvl2pPr>
            <a:lvl3pPr indent="-331469" lvl="2" marL="1371600" algn="l">
              <a:lnSpc>
                <a:spcPct val="100000"/>
              </a:lnSpc>
              <a:spcBef>
                <a:spcPts val="600"/>
              </a:spcBef>
              <a:spcAft>
                <a:spcPts val="0"/>
              </a:spcAft>
              <a:buSzPts val="162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100000"/>
              </a:lnSpc>
              <a:spcBef>
                <a:spcPts val="600"/>
              </a:spcBef>
              <a:spcAft>
                <a:spcPts val="0"/>
              </a:spcAft>
              <a:buSzPts val="1620"/>
              <a:buChar char="?"/>
              <a:defRPr/>
            </a:lvl6pPr>
            <a:lvl7pPr indent="-331470" lvl="6" marL="3200400" algn="l">
              <a:lnSpc>
                <a:spcPct val="100000"/>
              </a:lnSpc>
              <a:spcBef>
                <a:spcPts val="600"/>
              </a:spcBef>
              <a:spcAft>
                <a:spcPts val="0"/>
              </a:spcAft>
              <a:buSzPts val="1620"/>
              <a:buChar char="?"/>
              <a:defRPr/>
            </a:lvl7pPr>
            <a:lvl8pPr indent="-331470" lvl="7" marL="3657600" algn="l">
              <a:lnSpc>
                <a:spcPct val="100000"/>
              </a:lnSpc>
              <a:spcBef>
                <a:spcPts val="600"/>
              </a:spcBef>
              <a:spcAft>
                <a:spcPts val="0"/>
              </a:spcAft>
              <a:buSzPts val="1620"/>
              <a:buChar char="?"/>
              <a:defRPr/>
            </a:lvl8pPr>
            <a:lvl9pPr indent="-331470" lvl="8" marL="4114800" algn="l">
              <a:lnSpc>
                <a:spcPct val="100000"/>
              </a:lnSpc>
              <a:spcBef>
                <a:spcPts val="600"/>
              </a:spcBef>
              <a:spcAft>
                <a:spcPts val="0"/>
              </a:spcAft>
              <a:buSzPts val="1620"/>
              <a:buChar char="?"/>
              <a:defRPr/>
            </a:lvl9pPr>
          </a:lstStyle>
          <a:p/>
        </p:txBody>
      </p:sp>
      <p:sp>
        <p:nvSpPr>
          <p:cNvPr id="36" name="Google Shape;36;p4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5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42" name="Google Shape;42;p50"/>
          <p:cNvGrpSpPr/>
          <p:nvPr/>
        </p:nvGrpSpPr>
        <p:grpSpPr>
          <a:xfrm>
            <a:off x="284164" y="452718"/>
            <a:ext cx="7365210" cy="137411"/>
            <a:chOff x="284163" y="1577847"/>
            <a:chExt cx="8576373" cy="137411"/>
          </a:xfrm>
        </p:grpSpPr>
        <p:sp>
          <p:nvSpPr>
            <p:cNvPr id="43" name="Google Shape;43;p50"/>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 name="Google Shape;44;p50"/>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 name="Google Shape;45;p50"/>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Image result for AIUB logo" id="46" name="Google Shape;46;p50"/>
          <p:cNvPicPr preferRelativeResize="0"/>
          <p:nvPr/>
        </p:nvPicPr>
        <p:blipFill rotWithShape="1">
          <a:blip r:embed="rId2">
            <a:alphaModFix/>
          </a:blip>
          <a:srcRect b="0" l="0" r="0" t="0"/>
          <a:stretch/>
        </p:blipFill>
        <p:spPr>
          <a:xfrm>
            <a:off x="7649374" y="55844"/>
            <a:ext cx="1279161" cy="128715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p:cSld name="Title Slide with Picture">
    <p:spTree>
      <p:nvGrpSpPr>
        <p:cNvPr id="47" name="Shape 47"/>
        <p:cNvGrpSpPr/>
        <p:nvPr/>
      </p:nvGrpSpPr>
      <p:grpSpPr>
        <a:xfrm>
          <a:off x="0" y="0"/>
          <a:ext cx="0" cy="0"/>
          <a:chOff x="0" y="0"/>
          <a:chExt cx="0" cy="0"/>
        </a:xfrm>
      </p:grpSpPr>
      <p:sp>
        <p:nvSpPr>
          <p:cNvPr id="48" name="Google Shape;48;p51"/>
          <p:cNvSpPr/>
          <p:nvPr/>
        </p:nvSpPr>
        <p:spPr>
          <a:xfrm>
            <a:off x="284163" y="444728"/>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sp>
        <p:nvSpPr>
          <p:cNvPr id="49" name="Google Shape;49;p5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51"/>
          <p:cNvSpPr/>
          <p:nvPr>
            <p:ph idx="2" type="pic"/>
          </p:nvPr>
        </p:nvSpPr>
        <p:spPr>
          <a:xfrm>
            <a:off x="284162" y="2017058"/>
            <a:ext cx="8574087" cy="4377391"/>
          </a:xfrm>
          <a:prstGeom prst="rect">
            <a:avLst/>
          </a:prstGeom>
          <a:noFill/>
          <a:ln>
            <a:noFill/>
          </a:ln>
        </p:spPr>
      </p:sp>
      <p:sp>
        <p:nvSpPr>
          <p:cNvPr id="53" name="Google Shape;53;p51"/>
          <p:cNvSpPr txBox="1"/>
          <p:nvPr>
            <p:ph idx="1" type="subTitle"/>
          </p:nvPr>
        </p:nvSpPr>
        <p:spPr>
          <a:xfrm>
            <a:off x="472420" y="1532965"/>
            <a:ext cx="7754284" cy="48409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620"/>
              <a:buNone/>
              <a:defRPr sz="1800">
                <a:solidFill>
                  <a:schemeClr val="lt1"/>
                </a:solidFill>
              </a:defRPr>
            </a:lvl1pPr>
            <a:lvl2pPr lvl="1" algn="ctr">
              <a:lnSpc>
                <a:spcPct val="100000"/>
              </a:lnSpc>
              <a:spcBef>
                <a:spcPts val="600"/>
              </a:spcBef>
              <a:spcAft>
                <a:spcPts val="0"/>
              </a:spcAft>
              <a:buSzPts val="1980"/>
              <a:buNone/>
              <a:defRPr>
                <a:solidFill>
                  <a:srgbClr val="888888"/>
                </a:solidFill>
              </a:defRPr>
            </a:lvl2pPr>
            <a:lvl3pPr lvl="2" algn="ctr">
              <a:lnSpc>
                <a:spcPct val="100000"/>
              </a:lnSpc>
              <a:spcBef>
                <a:spcPts val="600"/>
              </a:spcBef>
              <a:spcAft>
                <a:spcPts val="0"/>
              </a:spcAft>
              <a:buSzPts val="1800"/>
              <a:buNone/>
              <a:defRPr>
                <a:solidFill>
                  <a:srgbClr val="888888"/>
                </a:solidFill>
              </a:defRPr>
            </a:lvl3pPr>
            <a:lvl4pPr lvl="3" algn="ctr">
              <a:lnSpc>
                <a:spcPct val="100000"/>
              </a:lnSpc>
              <a:spcBef>
                <a:spcPts val="600"/>
              </a:spcBef>
              <a:spcAft>
                <a:spcPts val="0"/>
              </a:spcAft>
              <a:buSzPts val="1620"/>
              <a:buNone/>
              <a:defRPr>
                <a:solidFill>
                  <a:srgbClr val="888888"/>
                </a:solidFill>
              </a:defRPr>
            </a:lvl4pPr>
            <a:lvl5pPr lvl="4" algn="ctr">
              <a:lnSpc>
                <a:spcPct val="100000"/>
              </a:lnSpc>
              <a:spcBef>
                <a:spcPts val="600"/>
              </a:spcBef>
              <a:spcAft>
                <a:spcPts val="0"/>
              </a:spcAft>
              <a:buSzPts val="1620"/>
              <a:buNone/>
              <a:defRPr>
                <a:solidFill>
                  <a:srgbClr val="888888"/>
                </a:solidFill>
              </a:defRPr>
            </a:lvl5pPr>
            <a:lvl6pPr lvl="5" algn="ctr">
              <a:lnSpc>
                <a:spcPct val="100000"/>
              </a:lnSpc>
              <a:spcBef>
                <a:spcPts val="600"/>
              </a:spcBef>
              <a:spcAft>
                <a:spcPts val="0"/>
              </a:spcAft>
              <a:buSzPts val="1620"/>
              <a:buNone/>
              <a:defRPr>
                <a:solidFill>
                  <a:srgbClr val="888888"/>
                </a:solidFill>
              </a:defRPr>
            </a:lvl6pPr>
            <a:lvl7pPr lvl="6" algn="ctr">
              <a:lnSpc>
                <a:spcPct val="100000"/>
              </a:lnSpc>
              <a:spcBef>
                <a:spcPts val="600"/>
              </a:spcBef>
              <a:spcAft>
                <a:spcPts val="0"/>
              </a:spcAft>
              <a:buSzPts val="1620"/>
              <a:buNone/>
              <a:defRPr>
                <a:solidFill>
                  <a:srgbClr val="888888"/>
                </a:solidFill>
              </a:defRPr>
            </a:lvl7pPr>
            <a:lvl8pPr lvl="7" algn="ctr">
              <a:lnSpc>
                <a:spcPct val="100000"/>
              </a:lnSpc>
              <a:spcBef>
                <a:spcPts val="600"/>
              </a:spcBef>
              <a:spcAft>
                <a:spcPts val="0"/>
              </a:spcAft>
              <a:buSzPts val="1620"/>
              <a:buNone/>
              <a:defRPr>
                <a:solidFill>
                  <a:srgbClr val="888888"/>
                </a:solidFill>
              </a:defRPr>
            </a:lvl8pPr>
            <a:lvl9pPr lvl="8" algn="ctr">
              <a:lnSpc>
                <a:spcPct val="100000"/>
              </a:lnSpc>
              <a:spcBef>
                <a:spcPts val="600"/>
              </a:spcBef>
              <a:spcAft>
                <a:spcPts val="0"/>
              </a:spcAft>
              <a:buSzPts val="1620"/>
              <a:buNone/>
              <a:defRPr>
                <a:solidFill>
                  <a:srgbClr val="888888"/>
                </a:solidFill>
              </a:defRPr>
            </a:lvl9pPr>
          </a:lstStyle>
          <a:p/>
        </p:txBody>
      </p:sp>
      <p:grpSp>
        <p:nvGrpSpPr>
          <p:cNvPr id="54" name="Google Shape;54;p51"/>
          <p:cNvGrpSpPr/>
          <p:nvPr/>
        </p:nvGrpSpPr>
        <p:grpSpPr>
          <a:xfrm>
            <a:off x="284163" y="1906542"/>
            <a:ext cx="8576373" cy="137411"/>
            <a:chOff x="284163" y="1759424"/>
            <a:chExt cx="8576373" cy="137411"/>
          </a:xfrm>
        </p:grpSpPr>
        <p:sp>
          <p:nvSpPr>
            <p:cNvPr id="55" name="Google Shape;55;p51"/>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 name="Google Shape;56;p51"/>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 name="Google Shape;57;p51"/>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8" name="Google Shape;58;p51"/>
          <p:cNvSpPr txBox="1"/>
          <p:nvPr/>
        </p:nvSpPr>
        <p:spPr>
          <a:xfrm>
            <a:off x="8230889" y="444728"/>
            <a:ext cx="5870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sp>
        <p:nvSpPr>
          <p:cNvPr id="59" name="Google Shape;59;p51"/>
          <p:cNvSpPr txBox="1"/>
          <p:nvPr>
            <p:ph type="ctrTitle"/>
          </p:nvPr>
        </p:nvSpPr>
        <p:spPr>
          <a:xfrm>
            <a:off x="418633" y="444728"/>
            <a:ext cx="7810967" cy="1088237"/>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52"/>
          <p:cNvSpPr/>
          <p:nvPr/>
        </p:nvSpPr>
        <p:spPr>
          <a:xfrm>
            <a:off x="284163" y="4801575"/>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62" name="Google Shape;62;p52"/>
          <p:cNvGrpSpPr/>
          <p:nvPr/>
        </p:nvGrpSpPr>
        <p:grpSpPr>
          <a:xfrm>
            <a:off x="284163" y="6263389"/>
            <a:ext cx="8576373" cy="137411"/>
            <a:chOff x="284163" y="1759424"/>
            <a:chExt cx="8576373" cy="137411"/>
          </a:xfrm>
        </p:grpSpPr>
        <p:sp>
          <p:nvSpPr>
            <p:cNvPr id="63" name="Google Shape;63;p52"/>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 name="Google Shape;64;p52"/>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 name="Google Shape;65;p52"/>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6" name="Google Shape;66;p52"/>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sp>
        <p:nvSpPr>
          <p:cNvPr id="67" name="Google Shape;67;p52"/>
          <p:cNvSpPr txBox="1"/>
          <p:nvPr>
            <p:ph type="title"/>
          </p:nvPr>
        </p:nvSpPr>
        <p:spPr>
          <a:xfrm>
            <a:off x="429768" y="4814125"/>
            <a:ext cx="7772400" cy="105156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200"/>
              <a:buFont typeface="Corbel"/>
              <a:buNone/>
              <a:defRPr b="0" i="0" sz="4200" cap="none">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2"/>
          <p:cNvSpPr txBox="1"/>
          <p:nvPr>
            <p:ph idx="1" type="body"/>
          </p:nvPr>
        </p:nvSpPr>
        <p:spPr>
          <a:xfrm>
            <a:off x="475488" y="5861304"/>
            <a:ext cx="7735824" cy="40233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20"/>
              <a:buNone/>
              <a:defRPr sz="1800">
                <a:solidFill>
                  <a:schemeClr val="lt1"/>
                </a:solidFill>
                <a:latin typeface="Calibri"/>
                <a:ea typeface="Calibri"/>
                <a:cs typeface="Calibri"/>
                <a:sym typeface="Calibri"/>
              </a:defRPr>
            </a:lvl1pPr>
            <a:lvl2pPr indent="-228600" lvl="1" marL="914400" algn="l">
              <a:lnSpc>
                <a:spcPct val="100000"/>
              </a:lnSpc>
              <a:spcBef>
                <a:spcPts val="600"/>
              </a:spcBef>
              <a:spcAft>
                <a:spcPts val="0"/>
              </a:spcAft>
              <a:buSzPts val="1620"/>
              <a:buNone/>
              <a:defRPr sz="1800">
                <a:solidFill>
                  <a:srgbClr val="888888"/>
                </a:solidFill>
              </a:defRPr>
            </a:lvl2pPr>
            <a:lvl3pPr indent="-228600" lvl="2" marL="1371600" algn="l">
              <a:lnSpc>
                <a:spcPct val="100000"/>
              </a:lnSpc>
              <a:spcBef>
                <a:spcPts val="600"/>
              </a:spcBef>
              <a:spcAft>
                <a:spcPts val="0"/>
              </a:spcAft>
              <a:buSzPts val="1440"/>
              <a:buNone/>
              <a:defRPr sz="1600">
                <a:solidFill>
                  <a:srgbClr val="888888"/>
                </a:solidFill>
              </a:defRPr>
            </a:lvl3pPr>
            <a:lvl4pPr indent="-228600" lvl="3" marL="1828800" algn="l">
              <a:lnSpc>
                <a:spcPct val="100000"/>
              </a:lnSpc>
              <a:spcBef>
                <a:spcPts val="600"/>
              </a:spcBef>
              <a:spcAft>
                <a:spcPts val="0"/>
              </a:spcAft>
              <a:buSzPts val="1260"/>
              <a:buNone/>
              <a:defRPr sz="1400">
                <a:solidFill>
                  <a:srgbClr val="888888"/>
                </a:solidFill>
              </a:defRPr>
            </a:lvl4pPr>
            <a:lvl5pPr indent="-228600" lvl="4" marL="2286000" algn="l">
              <a:lnSpc>
                <a:spcPct val="100000"/>
              </a:lnSpc>
              <a:spcBef>
                <a:spcPts val="600"/>
              </a:spcBef>
              <a:spcAft>
                <a:spcPts val="0"/>
              </a:spcAft>
              <a:buSzPts val="1260"/>
              <a:buNone/>
              <a:defRPr sz="1400">
                <a:solidFill>
                  <a:srgbClr val="888888"/>
                </a:solidFill>
              </a:defRPr>
            </a:lvl5pPr>
            <a:lvl6pPr indent="-228600" lvl="5" marL="2743200" algn="l">
              <a:lnSpc>
                <a:spcPct val="100000"/>
              </a:lnSpc>
              <a:spcBef>
                <a:spcPts val="600"/>
              </a:spcBef>
              <a:spcAft>
                <a:spcPts val="0"/>
              </a:spcAft>
              <a:buSzPts val="1260"/>
              <a:buNone/>
              <a:defRPr sz="1400">
                <a:solidFill>
                  <a:srgbClr val="888888"/>
                </a:solidFill>
              </a:defRPr>
            </a:lvl6pPr>
            <a:lvl7pPr indent="-228600" lvl="6" marL="3200400" algn="l">
              <a:lnSpc>
                <a:spcPct val="100000"/>
              </a:lnSpc>
              <a:spcBef>
                <a:spcPts val="600"/>
              </a:spcBef>
              <a:spcAft>
                <a:spcPts val="0"/>
              </a:spcAft>
              <a:buSzPts val="1260"/>
              <a:buNone/>
              <a:defRPr sz="1400">
                <a:solidFill>
                  <a:srgbClr val="888888"/>
                </a:solidFill>
              </a:defRPr>
            </a:lvl7pPr>
            <a:lvl8pPr indent="-228600" lvl="7" marL="3657600" algn="l">
              <a:lnSpc>
                <a:spcPct val="100000"/>
              </a:lnSpc>
              <a:spcBef>
                <a:spcPts val="600"/>
              </a:spcBef>
              <a:spcAft>
                <a:spcPts val="0"/>
              </a:spcAft>
              <a:buSzPts val="1260"/>
              <a:buNone/>
              <a:defRPr sz="1400">
                <a:solidFill>
                  <a:srgbClr val="888888"/>
                </a:solidFill>
              </a:defRPr>
            </a:lvl8pPr>
            <a:lvl9pPr indent="-228600" lvl="8" marL="4114800" algn="l">
              <a:lnSpc>
                <a:spcPct val="100000"/>
              </a:lnSpc>
              <a:spcBef>
                <a:spcPts val="600"/>
              </a:spcBef>
              <a:spcAft>
                <a:spcPts val="0"/>
              </a:spcAft>
              <a:buSzPts val="1260"/>
              <a:buNone/>
              <a:defRPr sz="1400">
                <a:solidFill>
                  <a:srgbClr val="888888"/>
                </a:solidFill>
              </a:defRPr>
            </a:lvl9pPr>
          </a:lstStyle>
          <a:p/>
        </p:txBody>
      </p:sp>
      <p:sp>
        <p:nvSpPr>
          <p:cNvPr id="69" name="Google Shape;69;p5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spTree>
      <p:nvGrpSpPr>
        <p:cNvPr id="72" name="Shape 72"/>
        <p:cNvGrpSpPr/>
        <p:nvPr/>
      </p:nvGrpSpPr>
      <p:grpSpPr>
        <a:xfrm>
          <a:off x="0" y="0"/>
          <a:ext cx="0" cy="0"/>
          <a:chOff x="0" y="0"/>
          <a:chExt cx="0" cy="0"/>
        </a:xfrm>
      </p:grpSpPr>
      <p:sp>
        <p:nvSpPr>
          <p:cNvPr id="73" name="Google Shape;73;p53"/>
          <p:cNvSpPr/>
          <p:nvPr>
            <p:ph idx="2" type="pic"/>
          </p:nvPr>
        </p:nvSpPr>
        <p:spPr>
          <a:xfrm>
            <a:off x="284162" y="443754"/>
            <a:ext cx="8574087" cy="4370293"/>
          </a:xfrm>
          <a:prstGeom prst="rect">
            <a:avLst/>
          </a:prstGeom>
          <a:noFill/>
          <a:ln>
            <a:noFill/>
          </a:ln>
        </p:spPr>
      </p:sp>
      <p:sp>
        <p:nvSpPr>
          <p:cNvPr id="74" name="Google Shape;74;p5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53"/>
          <p:cNvSpPr/>
          <p:nvPr/>
        </p:nvSpPr>
        <p:spPr>
          <a:xfrm>
            <a:off x="284163" y="4801575"/>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78" name="Google Shape;78;p53"/>
          <p:cNvGrpSpPr/>
          <p:nvPr/>
        </p:nvGrpSpPr>
        <p:grpSpPr>
          <a:xfrm>
            <a:off x="284163" y="6263389"/>
            <a:ext cx="8576373" cy="137411"/>
            <a:chOff x="284163" y="1759424"/>
            <a:chExt cx="8576373" cy="137411"/>
          </a:xfrm>
        </p:grpSpPr>
        <p:sp>
          <p:nvSpPr>
            <p:cNvPr id="79" name="Google Shape;79;p53"/>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 name="Google Shape;80;p53"/>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 name="Google Shape;81;p53"/>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82" name="Google Shape;82;p53"/>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a:t>
            </a:r>
            <a:endParaRPr b="0" i="0" sz="3600" u="none" cap="none" strike="noStrike">
              <a:solidFill>
                <a:schemeClr val="lt1"/>
              </a:solidFill>
              <a:latin typeface="Calibri"/>
              <a:ea typeface="Calibri"/>
              <a:cs typeface="Calibri"/>
              <a:sym typeface="Calibri"/>
            </a:endParaRPr>
          </a:p>
        </p:txBody>
      </p:sp>
      <p:sp>
        <p:nvSpPr>
          <p:cNvPr id="83" name="Google Shape;83;p53"/>
          <p:cNvSpPr txBox="1"/>
          <p:nvPr>
            <p:ph type="title"/>
          </p:nvPr>
        </p:nvSpPr>
        <p:spPr>
          <a:xfrm>
            <a:off x="430306" y="4814047"/>
            <a:ext cx="7772400" cy="104887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200"/>
              <a:buFont typeface="Corbel"/>
              <a:buNone/>
              <a:defRPr b="0" i="0" sz="4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3"/>
          <p:cNvSpPr txBox="1"/>
          <p:nvPr>
            <p:ph idx="1" type="body"/>
          </p:nvPr>
        </p:nvSpPr>
        <p:spPr>
          <a:xfrm>
            <a:off x="470647" y="5862918"/>
            <a:ext cx="7732059" cy="4034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20"/>
              <a:buNone/>
              <a:defRPr sz="1800">
                <a:solidFill>
                  <a:schemeClr val="lt1"/>
                </a:solidFill>
              </a:defRPr>
            </a:lvl1pPr>
            <a:lvl2pPr indent="-228600" lvl="1" marL="914400" algn="l">
              <a:lnSpc>
                <a:spcPct val="100000"/>
              </a:lnSpc>
              <a:spcBef>
                <a:spcPts val="600"/>
              </a:spcBef>
              <a:spcAft>
                <a:spcPts val="0"/>
              </a:spcAft>
              <a:buSzPts val="1620"/>
              <a:buNone/>
              <a:defRPr sz="1800">
                <a:solidFill>
                  <a:srgbClr val="888888"/>
                </a:solidFill>
              </a:defRPr>
            </a:lvl2pPr>
            <a:lvl3pPr indent="-228600" lvl="2" marL="1371600" algn="l">
              <a:lnSpc>
                <a:spcPct val="100000"/>
              </a:lnSpc>
              <a:spcBef>
                <a:spcPts val="600"/>
              </a:spcBef>
              <a:spcAft>
                <a:spcPts val="0"/>
              </a:spcAft>
              <a:buSzPts val="1440"/>
              <a:buNone/>
              <a:defRPr sz="1600">
                <a:solidFill>
                  <a:srgbClr val="888888"/>
                </a:solidFill>
              </a:defRPr>
            </a:lvl3pPr>
            <a:lvl4pPr indent="-228600" lvl="3" marL="1828800" algn="l">
              <a:lnSpc>
                <a:spcPct val="100000"/>
              </a:lnSpc>
              <a:spcBef>
                <a:spcPts val="600"/>
              </a:spcBef>
              <a:spcAft>
                <a:spcPts val="0"/>
              </a:spcAft>
              <a:buSzPts val="1260"/>
              <a:buNone/>
              <a:defRPr sz="1400">
                <a:solidFill>
                  <a:srgbClr val="888888"/>
                </a:solidFill>
              </a:defRPr>
            </a:lvl4pPr>
            <a:lvl5pPr indent="-228600" lvl="4" marL="2286000" algn="l">
              <a:lnSpc>
                <a:spcPct val="100000"/>
              </a:lnSpc>
              <a:spcBef>
                <a:spcPts val="600"/>
              </a:spcBef>
              <a:spcAft>
                <a:spcPts val="0"/>
              </a:spcAft>
              <a:buSzPts val="1260"/>
              <a:buNone/>
              <a:defRPr sz="1400">
                <a:solidFill>
                  <a:srgbClr val="888888"/>
                </a:solidFill>
              </a:defRPr>
            </a:lvl5pPr>
            <a:lvl6pPr indent="-228600" lvl="5" marL="2743200" algn="l">
              <a:lnSpc>
                <a:spcPct val="100000"/>
              </a:lnSpc>
              <a:spcBef>
                <a:spcPts val="600"/>
              </a:spcBef>
              <a:spcAft>
                <a:spcPts val="0"/>
              </a:spcAft>
              <a:buSzPts val="1260"/>
              <a:buNone/>
              <a:defRPr sz="1400">
                <a:solidFill>
                  <a:srgbClr val="888888"/>
                </a:solidFill>
              </a:defRPr>
            </a:lvl6pPr>
            <a:lvl7pPr indent="-228600" lvl="6" marL="3200400" algn="l">
              <a:lnSpc>
                <a:spcPct val="100000"/>
              </a:lnSpc>
              <a:spcBef>
                <a:spcPts val="600"/>
              </a:spcBef>
              <a:spcAft>
                <a:spcPts val="0"/>
              </a:spcAft>
              <a:buSzPts val="1260"/>
              <a:buNone/>
              <a:defRPr sz="1400">
                <a:solidFill>
                  <a:srgbClr val="888888"/>
                </a:solidFill>
              </a:defRPr>
            </a:lvl7pPr>
            <a:lvl8pPr indent="-228600" lvl="7" marL="3657600" algn="l">
              <a:lnSpc>
                <a:spcPct val="100000"/>
              </a:lnSpc>
              <a:spcBef>
                <a:spcPts val="600"/>
              </a:spcBef>
              <a:spcAft>
                <a:spcPts val="0"/>
              </a:spcAft>
              <a:buSzPts val="1260"/>
              <a:buNone/>
              <a:defRPr sz="1400">
                <a:solidFill>
                  <a:srgbClr val="888888"/>
                </a:solidFill>
              </a:defRPr>
            </a:lvl8pPr>
            <a:lvl9pPr indent="-228600" lvl="8" marL="4114800" algn="l">
              <a:lnSpc>
                <a:spcPct val="100000"/>
              </a:lnSpc>
              <a:spcBef>
                <a:spcPts val="600"/>
              </a:spcBef>
              <a:spcAft>
                <a:spcPts val="0"/>
              </a:spcAft>
              <a:buSzPts val="1260"/>
              <a:buNone/>
              <a:defRPr sz="14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54"/>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7" name="Google Shape;87;p54"/>
          <p:cNvGrpSpPr/>
          <p:nvPr/>
        </p:nvGrpSpPr>
        <p:grpSpPr>
          <a:xfrm>
            <a:off x="284163" y="1577847"/>
            <a:ext cx="8576373" cy="137411"/>
            <a:chOff x="284163" y="1577847"/>
            <a:chExt cx="8576373" cy="137411"/>
          </a:xfrm>
        </p:grpSpPr>
        <p:sp>
          <p:nvSpPr>
            <p:cNvPr id="88" name="Google Shape;88;p54"/>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p54"/>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 name="Google Shape;90;p54"/>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91" name="Google Shape;91;p54"/>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4"/>
          <p:cNvSpPr txBox="1"/>
          <p:nvPr>
            <p:ph idx="1" type="body"/>
          </p:nvPr>
        </p:nvSpPr>
        <p:spPr>
          <a:xfrm>
            <a:off x="403412"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93" name="Google Shape;93;p54"/>
          <p:cNvSpPr txBox="1"/>
          <p:nvPr>
            <p:ph idx="2" type="body"/>
          </p:nvPr>
        </p:nvSpPr>
        <p:spPr>
          <a:xfrm>
            <a:off x="4778188"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94" name="Google Shape;94;p5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7" name="Shape 97"/>
        <p:cNvGrpSpPr/>
        <p:nvPr/>
      </p:nvGrpSpPr>
      <p:grpSpPr>
        <a:xfrm>
          <a:off x="0" y="0"/>
          <a:ext cx="0" cy="0"/>
          <a:chOff x="0" y="0"/>
          <a:chExt cx="0" cy="0"/>
        </a:xfrm>
      </p:grpSpPr>
      <p:sp>
        <p:nvSpPr>
          <p:cNvPr id="98" name="Google Shape;98;p55"/>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99" name="Google Shape;99;p55"/>
          <p:cNvGrpSpPr/>
          <p:nvPr/>
        </p:nvGrpSpPr>
        <p:grpSpPr>
          <a:xfrm>
            <a:off x="284163" y="1577847"/>
            <a:ext cx="8576373" cy="137411"/>
            <a:chOff x="284163" y="1577847"/>
            <a:chExt cx="8576373" cy="137411"/>
          </a:xfrm>
        </p:grpSpPr>
        <p:sp>
          <p:nvSpPr>
            <p:cNvPr id="100" name="Google Shape;100;p55"/>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 name="Google Shape;101;p55"/>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 name="Google Shape;102;p55"/>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03" name="Google Shape;103;p55"/>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42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5"/>
          <p:cNvSpPr txBox="1"/>
          <p:nvPr>
            <p:ph idx="1" type="body"/>
          </p:nvPr>
        </p:nvSpPr>
        <p:spPr>
          <a:xfrm>
            <a:off x="403412"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1"/>
                </a:solidFill>
              </a:defRPr>
            </a:lvl1pPr>
            <a:lvl2pPr indent="-228600" lvl="1" marL="914400" algn="l">
              <a:lnSpc>
                <a:spcPct val="100000"/>
              </a:lnSpc>
              <a:spcBef>
                <a:spcPts val="600"/>
              </a:spcBef>
              <a:spcAft>
                <a:spcPts val="0"/>
              </a:spcAft>
              <a:buSzPts val="1800"/>
              <a:buNone/>
              <a:defRPr b="1" sz="2000"/>
            </a:lvl2pPr>
            <a:lvl3pPr indent="-228600" lvl="2" marL="1371600" algn="l">
              <a:lnSpc>
                <a:spcPct val="100000"/>
              </a:lnSpc>
              <a:spcBef>
                <a:spcPts val="600"/>
              </a:spcBef>
              <a:spcAft>
                <a:spcPts val="0"/>
              </a:spcAft>
              <a:buSzPts val="162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100000"/>
              </a:lnSpc>
              <a:spcBef>
                <a:spcPts val="600"/>
              </a:spcBef>
              <a:spcAft>
                <a:spcPts val="0"/>
              </a:spcAft>
              <a:buSzPts val="1440"/>
              <a:buNone/>
              <a:defRPr b="1" sz="1600"/>
            </a:lvl6pPr>
            <a:lvl7pPr indent="-228600" lvl="6" marL="3200400" algn="l">
              <a:lnSpc>
                <a:spcPct val="100000"/>
              </a:lnSpc>
              <a:spcBef>
                <a:spcPts val="600"/>
              </a:spcBef>
              <a:spcAft>
                <a:spcPts val="0"/>
              </a:spcAft>
              <a:buSzPts val="1440"/>
              <a:buNone/>
              <a:defRPr b="1" sz="1600"/>
            </a:lvl7pPr>
            <a:lvl8pPr indent="-228600" lvl="7" marL="3657600" algn="l">
              <a:lnSpc>
                <a:spcPct val="100000"/>
              </a:lnSpc>
              <a:spcBef>
                <a:spcPts val="600"/>
              </a:spcBef>
              <a:spcAft>
                <a:spcPts val="0"/>
              </a:spcAft>
              <a:buSzPts val="1440"/>
              <a:buNone/>
              <a:defRPr b="1" sz="1600"/>
            </a:lvl8pPr>
            <a:lvl9pPr indent="-228600" lvl="8" marL="4114800" algn="l">
              <a:lnSpc>
                <a:spcPct val="100000"/>
              </a:lnSpc>
              <a:spcBef>
                <a:spcPts val="600"/>
              </a:spcBef>
              <a:spcAft>
                <a:spcPts val="0"/>
              </a:spcAft>
              <a:buSzPts val="1440"/>
              <a:buNone/>
              <a:defRPr b="1" sz="1600"/>
            </a:lvl9pPr>
          </a:lstStyle>
          <a:p/>
        </p:txBody>
      </p:sp>
      <p:sp>
        <p:nvSpPr>
          <p:cNvPr id="105" name="Google Shape;105;p55"/>
          <p:cNvSpPr txBox="1"/>
          <p:nvPr>
            <p:ph idx="2" type="body"/>
          </p:nvPr>
        </p:nvSpPr>
        <p:spPr>
          <a:xfrm>
            <a:off x="403412"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20039" lvl="5" marL="2743200" algn="l">
              <a:lnSpc>
                <a:spcPct val="100000"/>
              </a:lnSpc>
              <a:spcBef>
                <a:spcPts val="600"/>
              </a:spcBef>
              <a:spcAft>
                <a:spcPts val="0"/>
              </a:spcAft>
              <a:buSzPts val="1440"/>
              <a:buChar char="?"/>
              <a:defRPr sz="1600"/>
            </a:lvl6pPr>
            <a:lvl7pPr indent="-320039" lvl="6" marL="3200400" algn="l">
              <a:lnSpc>
                <a:spcPct val="100000"/>
              </a:lnSpc>
              <a:spcBef>
                <a:spcPts val="600"/>
              </a:spcBef>
              <a:spcAft>
                <a:spcPts val="0"/>
              </a:spcAft>
              <a:buSzPts val="1440"/>
              <a:buChar char="?"/>
              <a:defRPr sz="1600"/>
            </a:lvl7pPr>
            <a:lvl8pPr indent="-320040" lvl="7" marL="3657600" algn="l">
              <a:lnSpc>
                <a:spcPct val="100000"/>
              </a:lnSpc>
              <a:spcBef>
                <a:spcPts val="600"/>
              </a:spcBef>
              <a:spcAft>
                <a:spcPts val="0"/>
              </a:spcAft>
              <a:buSzPts val="1440"/>
              <a:buChar char="?"/>
              <a:defRPr sz="1600"/>
            </a:lvl8pPr>
            <a:lvl9pPr indent="-320040" lvl="8" marL="4114800" algn="l">
              <a:lnSpc>
                <a:spcPct val="100000"/>
              </a:lnSpc>
              <a:spcBef>
                <a:spcPts val="600"/>
              </a:spcBef>
              <a:spcAft>
                <a:spcPts val="0"/>
              </a:spcAft>
              <a:buSzPts val="1440"/>
              <a:buChar char="?"/>
              <a:defRPr sz="1600"/>
            </a:lvl9pPr>
          </a:lstStyle>
          <a:p/>
        </p:txBody>
      </p:sp>
      <p:sp>
        <p:nvSpPr>
          <p:cNvPr id="106" name="Google Shape;106;p55"/>
          <p:cNvSpPr txBox="1"/>
          <p:nvPr>
            <p:ph idx="3" type="body"/>
          </p:nvPr>
        </p:nvSpPr>
        <p:spPr>
          <a:xfrm>
            <a:off x="4779495"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2"/>
                </a:solidFill>
              </a:defRPr>
            </a:lvl1pPr>
            <a:lvl2pPr indent="-228600" lvl="1" marL="914400" algn="l">
              <a:lnSpc>
                <a:spcPct val="100000"/>
              </a:lnSpc>
              <a:spcBef>
                <a:spcPts val="600"/>
              </a:spcBef>
              <a:spcAft>
                <a:spcPts val="0"/>
              </a:spcAft>
              <a:buSzPts val="1800"/>
              <a:buNone/>
              <a:defRPr b="1" sz="2000"/>
            </a:lvl2pPr>
            <a:lvl3pPr indent="-228600" lvl="2" marL="1371600" algn="l">
              <a:lnSpc>
                <a:spcPct val="100000"/>
              </a:lnSpc>
              <a:spcBef>
                <a:spcPts val="600"/>
              </a:spcBef>
              <a:spcAft>
                <a:spcPts val="0"/>
              </a:spcAft>
              <a:buSzPts val="162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100000"/>
              </a:lnSpc>
              <a:spcBef>
                <a:spcPts val="600"/>
              </a:spcBef>
              <a:spcAft>
                <a:spcPts val="0"/>
              </a:spcAft>
              <a:buSzPts val="1440"/>
              <a:buNone/>
              <a:defRPr b="1" sz="1600"/>
            </a:lvl6pPr>
            <a:lvl7pPr indent="-228600" lvl="6" marL="3200400" algn="l">
              <a:lnSpc>
                <a:spcPct val="100000"/>
              </a:lnSpc>
              <a:spcBef>
                <a:spcPts val="600"/>
              </a:spcBef>
              <a:spcAft>
                <a:spcPts val="0"/>
              </a:spcAft>
              <a:buSzPts val="1440"/>
              <a:buNone/>
              <a:defRPr b="1" sz="1600"/>
            </a:lvl7pPr>
            <a:lvl8pPr indent="-228600" lvl="7" marL="3657600" algn="l">
              <a:lnSpc>
                <a:spcPct val="100000"/>
              </a:lnSpc>
              <a:spcBef>
                <a:spcPts val="600"/>
              </a:spcBef>
              <a:spcAft>
                <a:spcPts val="0"/>
              </a:spcAft>
              <a:buSzPts val="1440"/>
              <a:buNone/>
              <a:defRPr b="1" sz="1600"/>
            </a:lvl8pPr>
            <a:lvl9pPr indent="-228600" lvl="8" marL="4114800" algn="l">
              <a:lnSpc>
                <a:spcPct val="100000"/>
              </a:lnSpc>
              <a:spcBef>
                <a:spcPts val="600"/>
              </a:spcBef>
              <a:spcAft>
                <a:spcPts val="0"/>
              </a:spcAft>
              <a:buSzPts val="1440"/>
              <a:buNone/>
              <a:defRPr b="1" sz="1600"/>
            </a:lvl9pPr>
          </a:lstStyle>
          <a:p/>
        </p:txBody>
      </p:sp>
      <p:sp>
        <p:nvSpPr>
          <p:cNvPr id="107" name="Google Shape;107;p55"/>
          <p:cNvSpPr txBox="1"/>
          <p:nvPr>
            <p:ph idx="4" type="body"/>
          </p:nvPr>
        </p:nvSpPr>
        <p:spPr>
          <a:xfrm>
            <a:off x="4779495"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20039" lvl="5" marL="2743200" algn="l">
              <a:lnSpc>
                <a:spcPct val="100000"/>
              </a:lnSpc>
              <a:spcBef>
                <a:spcPts val="600"/>
              </a:spcBef>
              <a:spcAft>
                <a:spcPts val="0"/>
              </a:spcAft>
              <a:buSzPts val="1440"/>
              <a:buChar char="?"/>
              <a:defRPr sz="1600"/>
            </a:lvl6pPr>
            <a:lvl7pPr indent="-320039" lvl="6" marL="3200400" algn="l">
              <a:lnSpc>
                <a:spcPct val="100000"/>
              </a:lnSpc>
              <a:spcBef>
                <a:spcPts val="600"/>
              </a:spcBef>
              <a:spcAft>
                <a:spcPts val="0"/>
              </a:spcAft>
              <a:buSzPts val="1440"/>
              <a:buChar char="?"/>
              <a:defRPr sz="1600"/>
            </a:lvl7pPr>
            <a:lvl8pPr indent="-320040" lvl="7" marL="3657600" algn="l">
              <a:lnSpc>
                <a:spcPct val="100000"/>
              </a:lnSpc>
              <a:spcBef>
                <a:spcPts val="600"/>
              </a:spcBef>
              <a:spcAft>
                <a:spcPts val="0"/>
              </a:spcAft>
              <a:buSzPts val="1440"/>
              <a:buChar char="?"/>
              <a:defRPr sz="1600"/>
            </a:lvl8pPr>
            <a:lvl9pPr indent="-320040" lvl="8" marL="4114800" algn="l">
              <a:lnSpc>
                <a:spcPct val="100000"/>
              </a:lnSpc>
              <a:spcBef>
                <a:spcPts val="600"/>
              </a:spcBef>
              <a:spcAft>
                <a:spcPts val="0"/>
              </a:spcAft>
              <a:buSzPts val="1440"/>
              <a:buChar char="?"/>
              <a:defRPr sz="1600"/>
            </a:lvl9pPr>
          </a:lstStyle>
          <a:p/>
        </p:txBody>
      </p:sp>
      <p:sp>
        <p:nvSpPr>
          <p:cNvPr id="108" name="Google Shape;108;p5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5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56"/>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13" name="Google Shape;113;p56"/>
          <p:cNvGrpSpPr/>
          <p:nvPr/>
        </p:nvGrpSpPr>
        <p:grpSpPr>
          <a:xfrm>
            <a:off x="284163" y="1577847"/>
            <a:ext cx="8576373" cy="137411"/>
            <a:chOff x="284163" y="1577847"/>
            <a:chExt cx="8576373" cy="137411"/>
          </a:xfrm>
        </p:grpSpPr>
        <p:sp>
          <p:nvSpPr>
            <p:cNvPr id="114" name="Google Shape;114;p56"/>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56"/>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p56"/>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17" name="Google Shape;117;p56"/>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5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5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1" name="Shape 121"/>
        <p:cNvGrpSpPr/>
        <p:nvPr/>
      </p:nvGrpSpPr>
      <p:grpSpPr>
        <a:xfrm>
          <a:off x="0" y="0"/>
          <a:ext cx="0" cy="0"/>
          <a:chOff x="0" y="0"/>
          <a:chExt cx="0" cy="0"/>
        </a:xfrm>
      </p:grpSpPr>
      <p:sp>
        <p:nvSpPr>
          <p:cNvPr id="122" name="Google Shape;122;p57"/>
          <p:cNvSpPr txBox="1"/>
          <p:nvPr>
            <p:ph type="title"/>
          </p:nvPr>
        </p:nvSpPr>
        <p:spPr>
          <a:xfrm>
            <a:off x="268941" y="1298762"/>
            <a:ext cx="4069080" cy="11620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accent2"/>
              </a:buClr>
              <a:buSzPts val="3200"/>
              <a:buFont typeface="Corbel"/>
              <a:buNone/>
              <a:defRPr b="1" sz="3200">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7"/>
          <p:cNvSpPr txBox="1"/>
          <p:nvPr>
            <p:ph idx="1" type="body"/>
          </p:nvPr>
        </p:nvSpPr>
        <p:spPr>
          <a:xfrm>
            <a:off x="4783567" y="914400"/>
            <a:ext cx="4069080" cy="5211763"/>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124" name="Google Shape;124;p57"/>
          <p:cNvSpPr txBox="1"/>
          <p:nvPr>
            <p:ph idx="2" type="body"/>
          </p:nvPr>
        </p:nvSpPr>
        <p:spPr>
          <a:xfrm>
            <a:off x="268941" y="2456329"/>
            <a:ext cx="4069080" cy="3182472"/>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SzPts val="1620"/>
              <a:buNone/>
              <a:defRPr sz="1800"/>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25" name="Google Shape;125;p5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5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128" name="Google Shape;128;p57"/>
          <p:cNvGrpSpPr/>
          <p:nvPr/>
        </p:nvGrpSpPr>
        <p:grpSpPr>
          <a:xfrm>
            <a:off x="284163" y="452718"/>
            <a:ext cx="8576373" cy="137411"/>
            <a:chOff x="284163" y="1577847"/>
            <a:chExt cx="8576373" cy="137411"/>
          </a:xfrm>
        </p:grpSpPr>
        <p:sp>
          <p:nvSpPr>
            <p:cNvPr id="129" name="Google Shape;129;p57"/>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57"/>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57"/>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58"/>
          <p:cNvSpPr/>
          <p:nvPr/>
        </p:nvSpPr>
        <p:spPr>
          <a:xfrm>
            <a:off x="284163" y="4801575"/>
            <a:ext cx="857408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134" name="Google Shape;134;p58"/>
          <p:cNvGrpSpPr/>
          <p:nvPr/>
        </p:nvGrpSpPr>
        <p:grpSpPr>
          <a:xfrm>
            <a:off x="284163" y="6263389"/>
            <a:ext cx="8576373" cy="137411"/>
            <a:chOff x="284163" y="1759424"/>
            <a:chExt cx="8576373" cy="137411"/>
          </a:xfrm>
        </p:grpSpPr>
        <p:sp>
          <p:nvSpPr>
            <p:cNvPr id="135" name="Google Shape;135;p58"/>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58"/>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 name="Google Shape;137;p58"/>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38" name="Google Shape;138;p58"/>
          <p:cNvSpPr txBox="1"/>
          <p:nvPr>
            <p:ph type="title"/>
          </p:nvPr>
        </p:nvSpPr>
        <p:spPr>
          <a:xfrm>
            <a:off x="363071" y="4800600"/>
            <a:ext cx="8360242"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8"/>
          <p:cNvSpPr/>
          <p:nvPr>
            <p:ph idx="2" type="pic"/>
          </p:nvPr>
        </p:nvSpPr>
        <p:spPr>
          <a:xfrm>
            <a:off x="284163" y="457199"/>
            <a:ext cx="8577072" cy="4352544"/>
          </a:xfrm>
          <a:prstGeom prst="rect">
            <a:avLst/>
          </a:prstGeom>
          <a:noFill/>
          <a:ln>
            <a:noFill/>
          </a:ln>
        </p:spPr>
      </p:sp>
      <p:sp>
        <p:nvSpPr>
          <p:cNvPr id="140" name="Google Shape;140;p58"/>
          <p:cNvSpPr txBox="1"/>
          <p:nvPr>
            <p:ph idx="1" type="body"/>
          </p:nvPr>
        </p:nvSpPr>
        <p:spPr>
          <a:xfrm>
            <a:off x="419099" y="5367338"/>
            <a:ext cx="8304213"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chemeClr val="lt1"/>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41" name="Google Shape;141;p5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5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Alt.">
  <p:cSld name="Picture with Caption, Alt.">
    <p:spTree>
      <p:nvGrpSpPr>
        <p:cNvPr id="144" name="Shape 144"/>
        <p:cNvGrpSpPr/>
        <p:nvPr/>
      </p:nvGrpSpPr>
      <p:grpSpPr>
        <a:xfrm>
          <a:off x="0" y="0"/>
          <a:ext cx="0" cy="0"/>
          <a:chOff x="0" y="0"/>
          <a:chExt cx="0" cy="0"/>
        </a:xfrm>
      </p:grpSpPr>
      <p:grpSp>
        <p:nvGrpSpPr>
          <p:cNvPr id="145" name="Google Shape;145;p59"/>
          <p:cNvGrpSpPr/>
          <p:nvPr/>
        </p:nvGrpSpPr>
        <p:grpSpPr>
          <a:xfrm>
            <a:off x="284163" y="4280647"/>
            <a:ext cx="8576373" cy="137411"/>
            <a:chOff x="284163" y="1759424"/>
            <a:chExt cx="8576373" cy="137411"/>
          </a:xfrm>
        </p:grpSpPr>
        <p:sp>
          <p:nvSpPr>
            <p:cNvPr id="146" name="Google Shape;146;p59"/>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p59"/>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 name="Google Shape;148;p59"/>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49" name="Google Shape;149;p59"/>
          <p:cNvSpPr txBox="1"/>
          <p:nvPr>
            <p:ph type="title"/>
          </p:nvPr>
        </p:nvSpPr>
        <p:spPr>
          <a:xfrm>
            <a:off x="363071" y="4778189"/>
            <a:ext cx="8360242"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2"/>
              </a:buClr>
              <a:buSzPts val="2800"/>
              <a:buFont typeface="Corbel"/>
              <a:buNone/>
              <a:defRPr b="0" sz="2800">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59"/>
          <p:cNvSpPr/>
          <p:nvPr>
            <p:ph idx="2" type="pic"/>
          </p:nvPr>
        </p:nvSpPr>
        <p:spPr>
          <a:xfrm>
            <a:off x="284163" y="457200"/>
            <a:ext cx="8577072" cy="3822192"/>
          </a:xfrm>
          <a:prstGeom prst="rect">
            <a:avLst/>
          </a:prstGeom>
          <a:noFill/>
          <a:ln>
            <a:noFill/>
          </a:ln>
        </p:spPr>
      </p:sp>
      <p:sp>
        <p:nvSpPr>
          <p:cNvPr id="151" name="Google Shape;151;p59"/>
          <p:cNvSpPr txBox="1"/>
          <p:nvPr>
            <p:ph idx="1" type="body"/>
          </p:nvPr>
        </p:nvSpPr>
        <p:spPr>
          <a:xfrm>
            <a:off x="419099" y="5344927"/>
            <a:ext cx="8304213"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rgbClr val="262626"/>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52" name="Google Shape;152;p5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5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5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icture, and Caption">
  <p:cSld name="Content, Picture, and Caption">
    <p:spTree>
      <p:nvGrpSpPr>
        <p:cNvPr id="155" name="Shape 155"/>
        <p:cNvGrpSpPr/>
        <p:nvPr/>
      </p:nvGrpSpPr>
      <p:grpSpPr>
        <a:xfrm>
          <a:off x="0" y="0"/>
          <a:ext cx="0" cy="0"/>
          <a:chOff x="0" y="0"/>
          <a:chExt cx="0" cy="0"/>
        </a:xfrm>
      </p:grpSpPr>
      <p:sp>
        <p:nvSpPr>
          <p:cNvPr id="156" name="Google Shape;156;p60"/>
          <p:cNvSpPr txBox="1"/>
          <p:nvPr>
            <p:ph idx="1" type="body"/>
          </p:nvPr>
        </p:nvSpPr>
        <p:spPr>
          <a:xfrm>
            <a:off x="3657600" y="914400"/>
            <a:ext cx="5195047" cy="5211763"/>
          </a:xfrm>
          <a:prstGeom prst="rect">
            <a:avLst/>
          </a:prstGeom>
          <a:noFill/>
          <a:ln>
            <a:noFill/>
          </a:ln>
        </p:spPr>
        <p:txBody>
          <a:bodyPr anchorCtr="0" anchor="t" bIns="45700" lIns="91425" spcFirstLastPara="1" rIns="91425" wrap="square" tIns="45700">
            <a:normAutofit/>
          </a:bodyPr>
          <a:lstStyle>
            <a:lvl1pPr indent="-354330" lvl="0" marL="457200" algn="l">
              <a:lnSpc>
                <a:spcPct val="100000"/>
              </a:lnSpc>
              <a:spcBef>
                <a:spcPts val="2000"/>
              </a:spcBef>
              <a:spcAft>
                <a:spcPts val="0"/>
              </a:spcAft>
              <a:buSzPts val="1980"/>
              <a:buChar char="?"/>
              <a:defRPr sz="2200"/>
            </a:lvl1pPr>
            <a:lvl2pPr indent="-342900" lvl="1" marL="914400" algn="l">
              <a:lnSpc>
                <a:spcPct val="100000"/>
              </a:lnSpc>
              <a:spcBef>
                <a:spcPts val="600"/>
              </a:spcBef>
              <a:spcAft>
                <a:spcPts val="0"/>
              </a:spcAft>
              <a:buSzPts val="1800"/>
              <a:buChar char="?"/>
              <a:defRPr sz="2000"/>
            </a:lvl2pPr>
            <a:lvl3pPr indent="-331469" lvl="2" marL="1371600" algn="l">
              <a:lnSpc>
                <a:spcPct val="100000"/>
              </a:lnSpc>
              <a:spcBef>
                <a:spcPts val="600"/>
              </a:spcBef>
              <a:spcAft>
                <a:spcPts val="0"/>
              </a:spcAft>
              <a:buSzPts val="1620"/>
              <a:buChar char="?"/>
              <a:defRPr sz="18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100000"/>
              </a:lnSpc>
              <a:spcBef>
                <a:spcPts val="600"/>
              </a:spcBef>
              <a:spcAft>
                <a:spcPts val="0"/>
              </a:spcAft>
              <a:buSzPts val="1620"/>
              <a:buChar char="?"/>
              <a:defRPr sz="1800"/>
            </a:lvl6pPr>
            <a:lvl7pPr indent="-331470" lvl="6" marL="3200400" algn="l">
              <a:lnSpc>
                <a:spcPct val="100000"/>
              </a:lnSpc>
              <a:spcBef>
                <a:spcPts val="600"/>
              </a:spcBef>
              <a:spcAft>
                <a:spcPts val="0"/>
              </a:spcAft>
              <a:buSzPts val="1620"/>
              <a:buChar char="?"/>
              <a:defRPr sz="1800"/>
            </a:lvl7pPr>
            <a:lvl8pPr indent="-331470" lvl="7" marL="3657600" algn="l">
              <a:lnSpc>
                <a:spcPct val="100000"/>
              </a:lnSpc>
              <a:spcBef>
                <a:spcPts val="600"/>
              </a:spcBef>
              <a:spcAft>
                <a:spcPts val="0"/>
              </a:spcAft>
              <a:buSzPts val="1620"/>
              <a:buChar char="?"/>
              <a:defRPr sz="1800"/>
            </a:lvl8pPr>
            <a:lvl9pPr indent="-331470" lvl="8" marL="4114800" algn="l">
              <a:lnSpc>
                <a:spcPct val="100000"/>
              </a:lnSpc>
              <a:spcBef>
                <a:spcPts val="600"/>
              </a:spcBef>
              <a:spcAft>
                <a:spcPts val="0"/>
              </a:spcAft>
              <a:buSzPts val="1620"/>
              <a:buChar char="?"/>
              <a:defRPr sz="1800"/>
            </a:lvl9pPr>
          </a:lstStyle>
          <a:p/>
        </p:txBody>
      </p:sp>
      <p:sp>
        <p:nvSpPr>
          <p:cNvPr id="157" name="Google Shape;157;p6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6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6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60" name="Google Shape;160;p60"/>
          <p:cNvSpPr/>
          <p:nvPr/>
        </p:nvSpPr>
        <p:spPr>
          <a:xfrm>
            <a:off x="284163" y="4267200"/>
            <a:ext cx="2743200" cy="2120153"/>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sp>
        <p:nvSpPr>
          <p:cNvPr id="161" name="Google Shape;161;p60"/>
          <p:cNvSpPr txBox="1"/>
          <p:nvPr>
            <p:ph idx="2" type="body"/>
          </p:nvPr>
        </p:nvSpPr>
        <p:spPr>
          <a:xfrm>
            <a:off x="419101" y="4953001"/>
            <a:ext cx="2472017" cy="124609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chemeClr val="lt1"/>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62" name="Google Shape;162;p60"/>
          <p:cNvSpPr txBox="1"/>
          <p:nvPr>
            <p:ph type="title"/>
          </p:nvPr>
        </p:nvSpPr>
        <p:spPr>
          <a:xfrm>
            <a:off x="410764" y="4419600"/>
            <a:ext cx="2475395" cy="51098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000"/>
              <a:buFont typeface="Corbel"/>
              <a:buNone/>
              <a:defRPr b="1" sz="2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60"/>
          <p:cNvSpPr/>
          <p:nvPr>
            <p:ph idx="3" type="pic"/>
          </p:nvPr>
        </p:nvSpPr>
        <p:spPr>
          <a:xfrm>
            <a:off x="284164" y="594360"/>
            <a:ext cx="2743200" cy="3675888"/>
          </a:xfrm>
          <a:prstGeom prst="rect">
            <a:avLst/>
          </a:prstGeom>
          <a:noFill/>
          <a:ln>
            <a:noFill/>
          </a:ln>
        </p:spPr>
      </p:sp>
      <p:grpSp>
        <p:nvGrpSpPr>
          <p:cNvPr id="164" name="Google Shape;164;p60"/>
          <p:cNvGrpSpPr/>
          <p:nvPr/>
        </p:nvGrpSpPr>
        <p:grpSpPr>
          <a:xfrm>
            <a:off x="284163" y="461682"/>
            <a:ext cx="8576373" cy="137411"/>
            <a:chOff x="284163" y="1759424"/>
            <a:chExt cx="8576373" cy="137411"/>
          </a:xfrm>
        </p:grpSpPr>
        <p:sp>
          <p:nvSpPr>
            <p:cNvPr id="165" name="Google Shape;165;p60"/>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60"/>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7" name="Google Shape;167;p60"/>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168" name="Shape 168"/>
        <p:cNvGrpSpPr/>
        <p:nvPr/>
      </p:nvGrpSpPr>
      <p:grpSpPr>
        <a:xfrm>
          <a:off x="0" y="0"/>
          <a:ext cx="0" cy="0"/>
          <a:chOff x="0" y="0"/>
          <a:chExt cx="0" cy="0"/>
        </a:xfrm>
      </p:grpSpPr>
      <p:sp>
        <p:nvSpPr>
          <p:cNvPr id="169" name="Google Shape;169;p61"/>
          <p:cNvSpPr/>
          <p:nvPr/>
        </p:nvSpPr>
        <p:spPr>
          <a:xfrm>
            <a:off x="3021013" y="4801575"/>
            <a:ext cx="5837237" cy="1468437"/>
          </a:xfrm>
          <a:prstGeom prst="rect">
            <a:avLst/>
          </a:prstGeom>
          <a:solidFill>
            <a:srgbClr val="262626">
              <a:alpha val="83921"/>
            </a:srgbClr>
          </a:solidFill>
          <a:ln>
            <a:noFill/>
          </a:ln>
        </p:spPr>
        <p:txBody>
          <a:bodyPr anchorCtr="0" anchor="b" bIns="365750" lIns="91425" spcFirstLastPara="1" rIns="182875" wrap="square" tIns="45700">
            <a:normAutofit/>
          </a:bodyPr>
          <a:lstStyle/>
          <a:p>
            <a:pPr indent="0" lvl="0" marL="0" marR="0" rtl="0" algn="l">
              <a:lnSpc>
                <a:spcPct val="100000"/>
              </a:lnSpc>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170" name="Google Shape;170;p61"/>
          <p:cNvGrpSpPr/>
          <p:nvPr/>
        </p:nvGrpSpPr>
        <p:grpSpPr>
          <a:xfrm>
            <a:off x="284163" y="6263389"/>
            <a:ext cx="8576373" cy="137411"/>
            <a:chOff x="284163" y="1759424"/>
            <a:chExt cx="8576373" cy="137411"/>
          </a:xfrm>
        </p:grpSpPr>
        <p:sp>
          <p:nvSpPr>
            <p:cNvPr id="171" name="Google Shape;171;p61"/>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61"/>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3" name="Google Shape;173;p61"/>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74" name="Google Shape;174;p61"/>
          <p:cNvSpPr txBox="1"/>
          <p:nvPr>
            <p:ph type="title"/>
          </p:nvPr>
        </p:nvSpPr>
        <p:spPr>
          <a:xfrm>
            <a:off x="3031661" y="4800600"/>
            <a:ext cx="5691651"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61"/>
          <p:cNvSpPr/>
          <p:nvPr>
            <p:ph idx="2" type="pic"/>
          </p:nvPr>
        </p:nvSpPr>
        <p:spPr>
          <a:xfrm>
            <a:off x="3021014" y="457199"/>
            <a:ext cx="5833872" cy="4352544"/>
          </a:xfrm>
          <a:prstGeom prst="rect">
            <a:avLst/>
          </a:prstGeom>
          <a:noFill/>
          <a:ln>
            <a:noFill/>
          </a:ln>
        </p:spPr>
      </p:sp>
      <p:sp>
        <p:nvSpPr>
          <p:cNvPr id="176" name="Google Shape;176;p61"/>
          <p:cNvSpPr txBox="1"/>
          <p:nvPr>
            <p:ph idx="1" type="body"/>
          </p:nvPr>
        </p:nvSpPr>
        <p:spPr>
          <a:xfrm>
            <a:off x="3069805" y="5367338"/>
            <a:ext cx="5653507"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260"/>
              <a:buNone/>
              <a:defRPr sz="1400">
                <a:solidFill>
                  <a:schemeClr val="lt1"/>
                </a:solidFill>
              </a:defRPr>
            </a:lvl1pPr>
            <a:lvl2pPr indent="-228600" lvl="1" marL="914400" algn="l">
              <a:lnSpc>
                <a:spcPct val="100000"/>
              </a:lnSpc>
              <a:spcBef>
                <a:spcPts val="600"/>
              </a:spcBef>
              <a:spcAft>
                <a:spcPts val="0"/>
              </a:spcAft>
              <a:buSzPts val="1080"/>
              <a:buNone/>
              <a:defRPr sz="1200"/>
            </a:lvl2pPr>
            <a:lvl3pPr indent="-228600" lvl="2" marL="1371600" algn="l">
              <a:lnSpc>
                <a:spcPct val="100000"/>
              </a:lnSpc>
              <a:spcBef>
                <a:spcPts val="600"/>
              </a:spcBef>
              <a:spcAft>
                <a:spcPts val="0"/>
              </a:spcAft>
              <a:buSzPts val="9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100000"/>
              </a:lnSpc>
              <a:spcBef>
                <a:spcPts val="600"/>
              </a:spcBef>
              <a:spcAft>
                <a:spcPts val="0"/>
              </a:spcAft>
              <a:buSzPts val="810"/>
              <a:buNone/>
              <a:defRPr sz="900"/>
            </a:lvl6pPr>
            <a:lvl7pPr indent="-228600" lvl="6" marL="3200400" algn="l">
              <a:lnSpc>
                <a:spcPct val="100000"/>
              </a:lnSpc>
              <a:spcBef>
                <a:spcPts val="600"/>
              </a:spcBef>
              <a:spcAft>
                <a:spcPts val="0"/>
              </a:spcAft>
              <a:buSzPts val="810"/>
              <a:buNone/>
              <a:defRPr sz="900"/>
            </a:lvl7pPr>
            <a:lvl8pPr indent="-228600" lvl="7" marL="3657600" algn="l">
              <a:lnSpc>
                <a:spcPct val="100000"/>
              </a:lnSpc>
              <a:spcBef>
                <a:spcPts val="600"/>
              </a:spcBef>
              <a:spcAft>
                <a:spcPts val="0"/>
              </a:spcAft>
              <a:buSzPts val="810"/>
              <a:buNone/>
              <a:defRPr sz="900"/>
            </a:lvl8pPr>
            <a:lvl9pPr indent="-228600" lvl="8" marL="4114800" algn="l">
              <a:lnSpc>
                <a:spcPct val="100000"/>
              </a:lnSpc>
              <a:spcBef>
                <a:spcPts val="600"/>
              </a:spcBef>
              <a:spcAft>
                <a:spcPts val="0"/>
              </a:spcAft>
              <a:buSzPts val="810"/>
              <a:buNone/>
              <a:defRPr sz="900"/>
            </a:lvl9pPr>
          </a:lstStyle>
          <a:p/>
        </p:txBody>
      </p:sp>
      <p:sp>
        <p:nvSpPr>
          <p:cNvPr id="177" name="Google Shape;177;p6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6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6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0" name="Google Shape;180;p61"/>
          <p:cNvSpPr/>
          <p:nvPr>
            <p:ph idx="3" type="pic"/>
          </p:nvPr>
        </p:nvSpPr>
        <p:spPr>
          <a:xfrm>
            <a:off x="284164" y="457200"/>
            <a:ext cx="2736850" cy="2907792"/>
          </a:xfrm>
          <a:prstGeom prst="rect">
            <a:avLst/>
          </a:prstGeom>
          <a:noFill/>
          <a:ln>
            <a:noFill/>
          </a:ln>
        </p:spPr>
      </p:sp>
      <p:sp>
        <p:nvSpPr>
          <p:cNvPr id="181" name="Google Shape;181;p61"/>
          <p:cNvSpPr/>
          <p:nvPr>
            <p:ph idx="4" type="pic"/>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2" name="Shape 182"/>
        <p:cNvGrpSpPr/>
        <p:nvPr/>
      </p:nvGrpSpPr>
      <p:grpSpPr>
        <a:xfrm>
          <a:off x="0" y="0"/>
          <a:ext cx="0" cy="0"/>
          <a:chOff x="0" y="0"/>
          <a:chExt cx="0" cy="0"/>
        </a:xfrm>
      </p:grpSpPr>
      <p:sp>
        <p:nvSpPr>
          <p:cNvPr id="183" name="Google Shape;183;p62"/>
          <p:cNvSpPr/>
          <p:nvPr/>
        </p:nvSpPr>
        <p:spPr>
          <a:xfrm>
            <a:off x="284163" y="455773"/>
            <a:ext cx="8574087"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84" name="Google Shape;184;p62"/>
          <p:cNvGrpSpPr/>
          <p:nvPr/>
        </p:nvGrpSpPr>
        <p:grpSpPr>
          <a:xfrm>
            <a:off x="284163" y="1577847"/>
            <a:ext cx="8576373" cy="137411"/>
            <a:chOff x="284163" y="1577847"/>
            <a:chExt cx="8576373" cy="137411"/>
          </a:xfrm>
        </p:grpSpPr>
        <p:sp>
          <p:nvSpPr>
            <p:cNvPr id="185" name="Google Shape;185;p62"/>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 name="Google Shape;186;p62"/>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62"/>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88" name="Google Shape;188;p62"/>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62"/>
          <p:cNvSpPr txBox="1"/>
          <p:nvPr>
            <p:ph idx="1" type="body"/>
          </p:nvPr>
        </p:nvSpPr>
        <p:spPr>
          <a:xfrm rot="5400000">
            <a:off x="2564607" y="-146843"/>
            <a:ext cx="4013200" cy="8574087"/>
          </a:xfrm>
          <a:prstGeom prst="rect">
            <a:avLst/>
          </a:prstGeom>
          <a:noFill/>
          <a:ln>
            <a:noFill/>
          </a:ln>
        </p:spPr>
        <p:txBody>
          <a:bodyPr anchorCtr="0" anchor="t" bIns="45700" lIns="91425" spcFirstLastPara="1" rIns="91425" wrap="square" tIns="45700">
            <a:normAutofit/>
          </a:bodyPr>
          <a:lstStyle>
            <a:lvl1pPr indent="-331470" lvl="0" marL="457200" algn="l">
              <a:lnSpc>
                <a:spcPct val="100000"/>
              </a:lnSpc>
              <a:spcBef>
                <a:spcPts val="2000"/>
              </a:spcBef>
              <a:spcAft>
                <a:spcPts val="0"/>
              </a:spcAft>
              <a:buSzPts val="1620"/>
              <a:buChar char="?"/>
              <a:defRPr/>
            </a:lvl1pPr>
            <a:lvl2pPr indent="-331469" lvl="1" marL="914400" algn="l">
              <a:lnSpc>
                <a:spcPct val="100000"/>
              </a:lnSpc>
              <a:spcBef>
                <a:spcPts val="600"/>
              </a:spcBef>
              <a:spcAft>
                <a:spcPts val="0"/>
              </a:spcAft>
              <a:buSzPts val="1620"/>
              <a:buChar char="?"/>
              <a:defRPr/>
            </a:lvl2pPr>
            <a:lvl3pPr indent="-331469" lvl="2" marL="1371600" algn="l">
              <a:lnSpc>
                <a:spcPct val="100000"/>
              </a:lnSpc>
              <a:spcBef>
                <a:spcPts val="600"/>
              </a:spcBef>
              <a:spcAft>
                <a:spcPts val="0"/>
              </a:spcAft>
              <a:buSzPts val="162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100000"/>
              </a:lnSpc>
              <a:spcBef>
                <a:spcPts val="600"/>
              </a:spcBef>
              <a:spcAft>
                <a:spcPts val="0"/>
              </a:spcAft>
              <a:buSzPts val="1620"/>
              <a:buChar char="?"/>
              <a:defRPr/>
            </a:lvl6pPr>
            <a:lvl7pPr indent="-331470" lvl="6" marL="3200400" algn="l">
              <a:lnSpc>
                <a:spcPct val="100000"/>
              </a:lnSpc>
              <a:spcBef>
                <a:spcPts val="600"/>
              </a:spcBef>
              <a:spcAft>
                <a:spcPts val="0"/>
              </a:spcAft>
              <a:buSzPts val="1620"/>
              <a:buChar char="?"/>
              <a:defRPr/>
            </a:lvl7pPr>
            <a:lvl8pPr indent="-331470" lvl="7" marL="3657600" algn="l">
              <a:lnSpc>
                <a:spcPct val="100000"/>
              </a:lnSpc>
              <a:spcBef>
                <a:spcPts val="600"/>
              </a:spcBef>
              <a:spcAft>
                <a:spcPts val="0"/>
              </a:spcAft>
              <a:buSzPts val="1620"/>
              <a:buChar char="?"/>
              <a:defRPr/>
            </a:lvl8pPr>
            <a:lvl9pPr indent="-331470" lvl="8" marL="4114800" algn="l">
              <a:lnSpc>
                <a:spcPct val="100000"/>
              </a:lnSpc>
              <a:spcBef>
                <a:spcPts val="600"/>
              </a:spcBef>
              <a:spcAft>
                <a:spcPts val="0"/>
              </a:spcAft>
              <a:buSzPts val="1620"/>
              <a:buChar char="?"/>
              <a:defRPr/>
            </a:lvl9pPr>
          </a:lstStyle>
          <a:p/>
        </p:txBody>
      </p:sp>
      <p:sp>
        <p:nvSpPr>
          <p:cNvPr id="190" name="Google Shape;190;p6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6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6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3" name="Shape 193"/>
        <p:cNvGrpSpPr/>
        <p:nvPr/>
      </p:nvGrpSpPr>
      <p:grpSpPr>
        <a:xfrm>
          <a:off x="0" y="0"/>
          <a:ext cx="0" cy="0"/>
          <a:chOff x="0" y="0"/>
          <a:chExt cx="0" cy="0"/>
        </a:xfrm>
      </p:grpSpPr>
      <p:sp>
        <p:nvSpPr>
          <p:cNvPr id="194" name="Google Shape;194;p63"/>
          <p:cNvSpPr/>
          <p:nvPr/>
        </p:nvSpPr>
        <p:spPr>
          <a:xfrm rot="5400000">
            <a:off x="5313882" y="2857535"/>
            <a:ext cx="5934615" cy="1133949"/>
          </a:xfrm>
          <a:prstGeom prst="rect">
            <a:avLst/>
          </a:prstGeom>
          <a:solidFill>
            <a:srgbClr val="262626">
              <a:alpha val="6901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5" name="Google Shape;195;p63"/>
          <p:cNvSpPr txBox="1"/>
          <p:nvPr>
            <p:ph type="title"/>
          </p:nvPr>
        </p:nvSpPr>
        <p:spPr>
          <a:xfrm rot="5400000">
            <a:off x="5219069" y="2949131"/>
            <a:ext cx="5921375" cy="969264"/>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400"/>
              <a:buFont typeface="Corbel"/>
              <a:buNone/>
              <a:defRPr sz="3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63"/>
          <p:cNvSpPr txBox="1"/>
          <p:nvPr>
            <p:ph idx="1" type="body"/>
          </p:nvPr>
        </p:nvSpPr>
        <p:spPr>
          <a:xfrm rot="5400000">
            <a:off x="564357" y="177007"/>
            <a:ext cx="5937250" cy="6497637"/>
          </a:xfrm>
          <a:prstGeom prst="rect">
            <a:avLst/>
          </a:prstGeom>
          <a:noFill/>
          <a:ln>
            <a:noFill/>
          </a:ln>
        </p:spPr>
        <p:txBody>
          <a:bodyPr anchorCtr="0" anchor="t" bIns="45700" lIns="91425" spcFirstLastPara="1" rIns="91425" wrap="square" tIns="45700">
            <a:normAutofit/>
          </a:bodyPr>
          <a:lstStyle>
            <a:lvl1pPr indent="-331470" lvl="0" marL="457200" algn="l">
              <a:lnSpc>
                <a:spcPct val="100000"/>
              </a:lnSpc>
              <a:spcBef>
                <a:spcPts val="2000"/>
              </a:spcBef>
              <a:spcAft>
                <a:spcPts val="0"/>
              </a:spcAft>
              <a:buSzPts val="1620"/>
              <a:buChar char="?"/>
              <a:defRPr/>
            </a:lvl1pPr>
            <a:lvl2pPr indent="-331469" lvl="1" marL="914400" algn="l">
              <a:lnSpc>
                <a:spcPct val="100000"/>
              </a:lnSpc>
              <a:spcBef>
                <a:spcPts val="600"/>
              </a:spcBef>
              <a:spcAft>
                <a:spcPts val="0"/>
              </a:spcAft>
              <a:buSzPts val="1620"/>
              <a:buChar char="?"/>
              <a:defRPr/>
            </a:lvl2pPr>
            <a:lvl3pPr indent="-331469" lvl="2" marL="1371600" algn="l">
              <a:lnSpc>
                <a:spcPct val="100000"/>
              </a:lnSpc>
              <a:spcBef>
                <a:spcPts val="600"/>
              </a:spcBef>
              <a:spcAft>
                <a:spcPts val="0"/>
              </a:spcAft>
              <a:buSzPts val="162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100000"/>
              </a:lnSpc>
              <a:spcBef>
                <a:spcPts val="600"/>
              </a:spcBef>
              <a:spcAft>
                <a:spcPts val="0"/>
              </a:spcAft>
              <a:buSzPts val="1620"/>
              <a:buChar char="?"/>
              <a:defRPr/>
            </a:lvl6pPr>
            <a:lvl7pPr indent="-331470" lvl="6" marL="3200400" algn="l">
              <a:lnSpc>
                <a:spcPct val="100000"/>
              </a:lnSpc>
              <a:spcBef>
                <a:spcPts val="600"/>
              </a:spcBef>
              <a:spcAft>
                <a:spcPts val="0"/>
              </a:spcAft>
              <a:buSzPts val="1620"/>
              <a:buChar char="?"/>
              <a:defRPr/>
            </a:lvl7pPr>
            <a:lvl8pPr indent="-331470" lvl="7" marL="3657600" algn="l">
              <a:lnSpc>
                <a:spcPct val="100000"/>
              </a:lnSpc>
              <a:spcBef>
                <a:spcPts val="600"/>
              </a:spcBef>
              <a:spcAft>
                <a:spcPts val="0"/>
              </a:spcAft>
              <a:buSzPts val="1620"/>
              <a:buChar char="?"/>
              <a:defRPr/>
            </a:lvl8pPr>
            <a:lvl9pPr indent="-331470" lvl="8" marL="4114800" algn="l">
              <a:lnSpc>
                <a:spcPct val="100000"/>
              </a:lnSpc>
              <a:spcBef>
                <a:spcPts val="600"/>
              </a:spcBef>
              <a:spcAft>
                <a:spcPts val="0"/>
              </a:spcAft>
              <a:buSzPts val="1620"/>
              <a:buChar char="?"/>
              <a:defRPr/>
            </a:lvl9pPr>
          </a:lstStyle>
          <a:p/>
        </p:txBody>
      </p:sp>
      <p:sp>
        <p:nvSpPr>
          <p:cNvPr id="197" name="Google Shape;197;p6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6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6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200" name="Google Shape;200;p63"/>
          <p:cNvGrpSpPr/>
          <p:nvPr/>
        </p:nvGrpSpPr>
        <p:grpSpPr>
          <a:xfrm rot="5400000">
            <a:off x="4658724" y="3355723"/>
            <a:ext cx="5934456" cy="137411"/>
            <a:chOff x="284163" y="1577847"/>
            <a:chExt cx="8576373" cy="137411"/>
          </a:xfrm>
        </p:grpSpPr>
        <p:sp>
          <p:nvSpPr>
            <p:cNvPr id="201" name="Google Shape;201;p63"/>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63"/>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p63"/>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65760" lvl="0" marL="457200" marR="0" rtl="0" algn="l">
              <a:lnSpc>
                <a:spcPct val="100000"/>
              </a:lnSpc>
              <a:spcBef>
                <a:spcPts val="2000"/>
              </a:spcBef>
              <a:spcAft>
                <a:spcPts val="0"/>
              </a:spcAft>
              <a:buClr>
                <a:srgbClr val="A5A5A5"/>
              </a:buClr>
              <a:buSzPts val="2160"/>
              <a:buFont typeface="Noto Sans Symbols"/>
              <a:buChar char="🡽"/>
              <a:defRPr b="0" i="0" sz="2400" u="none" cap="none" strike="noStrike">
                <a:solidFill>
                  <a:srgbClr val="262626"/>
                </a:solidFill>
                <a:latin typeface="Calibri"/>
                <a:ea typeface="Calibri"/>
                <a:cs typeface="Calibri"/>
                <a:sym typeface="Calibri"/>
              </a:defRPr>
            </a:lvl1pPr>
            <a:lvl2pPr indent="-354330" lvl="1" marL="914400" marR="0" rtl="0" algn="l">
              <a:lnSpc>
                <a:spcPct val="100000"/>
              </a:lnSpc>
              <a:spcBef>
                <a:spcPts val="600"/>
              </a:spcBef>
              <a:spcAft>
                <a:spcPts val="0"/>
              </a:spcAft>
              <a:buClr>
                <a:srgbClr val="3F3F3F"/>
              </a:buClr>
              <a:buSzPts val="1980"/>
              <a:buFont typeface="Noto Sans Symbols"/>
              <a:buChar char="🡽"/>
              <a:defRPr b="0" i="0" sz="2200" u="none" cap="none" strike="noStrike">
                <a:solidFill>
                  <a:srgbClr val="262626"/>
                </a:solidFill>
                <a:latin typeface="Calibri"/>
                <a:ea typeface="Calibri"/>
                <a:cs typeface="Calibri"/>
                <a:sym typeface="Calibri"/>
              </a:defRPr>
            </a:lvl2pPr>
            <a:lvl3pPr indent="-342900" lvl="2" marL="1371600" marR="0" rtl="0" algn="l">
              <a:lnSpc>
                <a:spcPct val="100000"/>
              </a:lnSpc>
              <a:spcBef>
                <a:spcPts val="600"/>
              </a:spcBef>
              <a:spcAft>
                <a:spcPts val="0"/>
              </a:spcAft>
              <a:buClr>
                <a:srgbClr val="A5A5A5"/>
              </a:buClr>
              <a:buSzPts val="1800"/>
              <a:buFont typeface="Noto Sans Symbols"/>
              <a:buChar char="🡽"/>
              <a:defRPr b="0" i="0" sz="2000" u="none" cap="none" strike="noStrike">
                <a:solidFill>
                  <a:srgbClr val="262626"/>
                </a:solidFill>
                <a:latin typeface="Calibri"/>
                <a:ea typeface="Calibri"/>
                <a:cs typeface="Calibri"/>
                <a:sym typeface="Calibri"/>
              </a:defRPr>
            </a:lvl3pPr>
            <a:lvl4pPr indent="-331469" lvl="3" marL="1828800" marR="0" rtl="0" algn="l">
              <a:lnSpc>
                <a:spcPct val="100000"/>
              </a:lnSpc>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rtl="0" algn="l">
              <a:lnSpc>
                <a:spcPct val="100000"/>
              </a:lnSpc>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rtl="0" algn="l">
              <a:lnSpc>
                <a:spcPct val="100000"/>
              </a:lnSpc>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rtl="0" algn="l">
              <a:lnSpc>
                <a:spcPct val="100000"/>
              </a:lnSpc>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rtl="0" algn="l">
              <a:lnSpc>
                <a:spcPct val="100000"/>
              </a:lnSpc>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rtl="0" algn="l">
              <a:lnSpc>
                <a:spcPct val="100000"/>
              </a:lnSpc>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11" name="Google Shape;11;p4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100" u="none" cap="none" strike="noStrike">
                <a:solidFill>
                  <a:srgbClr val="A5A5A5"/>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4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100" u="none" cap="none" strike="noStrike">
                <a:solidFill>
                  <a:srgbClr val="A5A5A5"/>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400"/>
              <a:buFont typeface="Arial"/>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47"/>
          <p:cNvSpPr txBox="1"/>
          <p:nvPr>
            <p:ph type="title"/>
          </p:nvPr>
        </p:nvSpPr>
        <p:spPr>
          <a:xfrm>
            <a:off x="284163" y="630382"/>
            <a:ext cx="8574087" cy="967840"/>
          </a:xfrm>
          <a:prstGeom prst="rect">
            <a:avLst/>
          </a:prstGeom>
          <a:solidFill>
            <a:srgbClr val="262626">
              <a:alpha val="69019"/>
            </a:srgbClr>
          </a:solidFill>
          <a:ln>
            <a:noFill/>
          </a:ln>
        </p:spPr>
        <p:txBody>
          <a:bodyPr anchorCtr="0" anchor="ctr" bIns="45700" lIns="91425" spcFirstLastPara="1" rIns="91425" wrap="square" tIns="45700">
            <a:normAutofit/>
          </a:bodyPr>
          <a:lstStyle>
            <a:lvl1pPr lvl="0" marR="0" rtl="0" algn="r">
              <a:lnSpc>
                <a:spcPct val="100000"/>
              </a:lnSpc>
              <a:spcBef>
                <a:spcPts val="0"/>
              </a:spcBef>
              <a:spcAft>
                <a:spcPts val="0"/>
              </a:spcAft>
              <a:buClr>
                <a:schemeClr val="lt1"/>
              </a:buClr>
              <a:buSzPts val="4200"/>
              <a:buFont typeface="Corbel"/>
              <a:buNone/>
              <a:defRPr b="0" i="0" sz="4200" u="none" cap="none" strike="noStrike">
                <a:solidFill>
                  <a:schemeClr val="lt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
          <p:cNvSpPr txBox="1"/>
          <p:nvPr>
            <p:ph type="ctrTitle"/>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rgbClr val="0000FF"/>
              </a:buClr>
              <a:buSzPts val="4200"/>
              <a:buFont typeface="Times New Roman"/>
              <a:buNone/>
            </a:pPr>
            <a:r>
              <a:rPr lang="en-US">
                <a:solidFill>
                  <a:srgbClr val="0000FF"/>
                </a:solidFill>
                <a:highlight>
                  <a:srgbClr val="FFFF00"/>
                </a:highlight>
                <a:latin typeface="Times New Roman"/>
                <a:ea typeface="Times New Roman"/>
                <a:cs typeface="Times New Roman"/>
                <a:sym typeface="Times New Roman"/>
              </a:rPr>
              <a:t>AI: Introduction</a:t>
            </a:r>
            <a:endParaRPr/>
          </a:p>
        </p:txBody>
      </p:sp>
      <p:sp>
        <p:nvSpPr>
          <p:cNvPr id="209" name="Google Shape;209;p1"/>
          <p:cNvSpPr txBox="1"/>
          <p:nvPr>
            <p:ph idx="1" type="subTitle"/>
          </p:nvPr>
        </p:nvSpPr>
        <p:spPr>
          <a:xfrm>
            <a:off x="435109" y="1183106"/>
            <a:ext cx="2789509"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rPr lang="en-US">
                <a:latin typeface="Times New Roman"/>
                <a:ea typeface="Times New Roman"/>
                <a:cs typeface="Times New Roman"/>
                <a:sym typeface="Times New Roman"/>
              </a:rPr>
              <a:t>Course Code:  </a:t>
            </a:r>
            <a:r>
              <a:rPr b="1" lang="en-US">
                <a:latin typeface="Times New Roman"/>
                <a:ea typeface="Times New Roman"/>
                <a:cs typeface="Times New Roman"/>
                <a:sym typeface="Times New Roman"/>
              </a:rPr>
              <a:t>CSC4226 </a:t>
            </a:r>
            <a:endParaRPr>
              <a:latin typeface="Times New Roman"/>
              <a:ea typeface="Times New Roman"/>
              <a:cs typeface="Times New Roman"/>
              <a:sym typeface="Times New Roman"/>
            </a:endParaRPr>
          </a:p>
        </p:txBody>
      </p:sp>
      <p:sp>
        <p:nvSpPr>
          <p:cNvPr id="210" name="Google Shape;210;p1"/>
          <p:cNvSpPr txBox="1"/>
          <p:nvPr/>
        </p:nvSpPr>
        <p:spPr>
          <a:xfrm>
            <a:off x="76971" y="2446757"/>
            <a:ext cx="902461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Times New Roman"/>
                <a:ea typeface="Times New Roman"/>
                <a:cs typeface="Times New Roman"/>
                <a:sym typeface="Times New Roman"/>
              </a:rPr>
              <a:t>Dept. of Computer Science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FF"/>
                </a:solidFill>
                <a:latin typeface="Times New Roman"/>
                <a:ea typeface="Times New Roman"/>
                <a:cs typeface="Times New Roman"/>
                <a:sym typeface="Times New Roman"/>
              </a:rPr>
              <a:t>Faculty of Science and Technology</a:t>
            </a:r>
            <a:endParaRPr b="0" i="0" sz="2400" u="none" cap="none" strike="noStrike">
              <a:solidFill>
                <a:srgbClr val="0000FF"/>
              </a:solidFill>
              <a:latin typeface="Times New Roman"/>
              <a:ea typeface="Times New Roman"/>
              <a:cs typeface="Times New Roman"/>
              <a:sym typeface="Times New Roman"/>
            </a:endParaRPr>
          </a:p>
        </p:txBody>
      </p:sp>
      <p:graphicFrame>
        <p:nvGraphicFramePr>
          <p:cNvPr id="211" name="Google Shape;211;p1"/>
          <p:cNvGraphicFramePr/>
          <p:nvPr/>
        </p:nvGraphicFramePr>
        <p:xfrm>
          <a:off x="476205" y="5186042"/>
          <a:ext cx="3000000" cy="3000000"/>
        </p:xfrm>
        <a:graphic>
          <a:graphicData uri="http://schemas.openxmlformats.org/drawingml/2006/table">
            <a:tbl>
              <a:tblPr bandRow="1" firstRow="1">
                <a:noFill/>
                <a:tableStyleId>{51ED13C9-BA61-48EE-9C56-C746C9FB2201}</a:tableStyleId>
              </a:tblPr>
              <a:tblGrid>
                <a:gridCol w="1483225"/>
                <a:gridCol w="1397725"/>
                <a:gridCol w="1227900"/>
                <a:gridCol w="1114400"/>
                <a:gridCol w="1189600"/>
                <a:gridCol w="1922925"/>
              </a:tblGrid>
              <a:tr h="378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Times New Roman"/>
                          <a:ea typeface="Times New Roman"/>
                          <a:cs typeface="Times New Roman"/>
                          <a:sym typeface="Times New Roman"/>
                        </a:rPr>
                        <a:t>Lecture No:</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0000FF"/>
                          </a:solidFill>
                          <a:latin typeface="Times New Roman"/>
                          <a:ea typeface="Times New Roman"/>
                          <a:cs typeface="Times New Roman"/>
                          <a:sym typeface="Times New Roman"/>
                        </a:rPr>
                        <a:t>Theory-01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Times New Roman"/>
                          <a:ea typeface="Times New Roman"/>
                          <a:cs typeface="Times New Roman"/>
                          <a:sym typeface="Times New Roman"/>
                        </a:rPr>
                        <a:t>Week No: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FF"/>
                          </a:solidFill>
                          <a:latin typeface="Times New Roman"/>
                          <a:ea typeface="Times New Roman"/>
                          <a:cs typeface="Times New Roman"/>
                          <a:sym typeface="Times New Roman"/>
                        </a:rPr>
                        <a:t>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C00000"/>
                          </a:solidFill>
                          <a:latin typeface="Times New Roman"/>
                          <a:ea typeface="Times New Roman"/>
                          <a:cs typeface="Times New Roman"/>
                          <a:sym typeface="Times New Roman"/>
                        </a:rPr>
                        <a:t>Semester: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0000FF"/>
                          </a:solidFill>
                          <a:latin typeface="Times New Roman"/>
                          <a:ea typeface="Times New Roman"/>
                          <a:cs typeface="Times New Roman"/>
                          <a:sym typeface="Times New Roman"/>
                        </a:rPr>
                        <a:t>Spring</a:t>
                      </a:r>
                      <a:r>
                        <a:rPr lang="en-US" sz="1800" u="none" cap="none" strike="noStrike">
                          <a:solidFill>
                            <a:srgbClr val="0000FF"/>
                          </a:solidFill>
                          <a:latin typeface="Times New Roman"/>
                          <a:ea typeface="Times New Roman"/>
                          <a:cs typeface="Times New Roman"/>
                          <a:sym typeface="Times New Roman"/>
                        </a:rPr>
                        <a:t>: 2025-26</a:t>
                      </a:r>
                      <a:endParaRPr sz="1400" u="none" cap="none" strike="noStrike"/>
                    </a:p>
                  </a:txBody>
                  <a:tcPr marT="45725" marB="45725" marR="91450" marL="91450"/>
                </a:tc>
              </a:tr>
              <a:tr h="378725">
                <a:tc>
                  <a:txBody>
                    <a:bodyPr/>
                    <a:lstStyle/>
                    <a:p>
                      <a:pPr indent="0" lvl="0" marL="0" marR="0" rtl="0" algn="l">
                        <a:lnSpc>
                          <a:spcPct val="100000"/>
                        </a:lnSpc>
                        <a:spcBef>
                          <a:spcPts val="0"/>
                        </a:spcBef>
                        <a:spcAft>
                          <a:spcPts val="0"/>
                        </a:spcAft>
                        <a:buClr>
                          <a:srgbClr val="C00000"/>
                        </a:buClr>
                        <a:buSzPts val="1800"/>
                        <a:buFont typeface="Times New Roman"/>
                        <a:buNone/>
                      </a:pPr>
                      <a:r>
                        <a:rPr b="1" lang="en-US" sz="1800" u="none" cap="none" strike="noStrike">
                          <a:solidFill>
                            <a:srgbClr val="C00000"/>
                          </a:solidFill>
                          <a:latin typeface="Times New Roman"/>
                          <a:ea typeface="Times New Roman"/>
                          <a:cs typeface="Times New Roman"/>
                          <a:sym typeface="Times New Roman"/>
                        </a:rPr>
                        <a:t>Professor</a:t>
                      </a:r>
                      <a:r>
                        <a:rPr b="1" i="0" lang="en-US" sz="1800" u="none" cap="none" strike="noStrike">
                          <a:solidFill>
                            <a:srgbClr val="C00000"/>
                          </a:solidFill>
                          <a:latin typeface="Times New Roman"/>
                          <a:ea typeface="Times New Roman"/>
                          <a:cs typeface="Times New Roman"/>
                          <a:sym typeface="Times New Roman"/>
                        </a:rPr>
                        <a:t>:</a:t>
                      </a:r>
                      <a:endParaRPr sz="1400" u="none" cap="none" strike="noStrike"/>
                    </a:p>
                  </a:txBody>
                  <a:tcPr marT="45725" marB="45725" marR="91450" marL="91450"/>
                </a:tc>
                <a:tc gridSpan="5">
                  <a:txBody>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7030A0"/>
                          </a:solidFill>
                          <a:latin typeface="Times New Roman"/>
                          <a:ea typeface="Times New Roman"/>
                          <a:cs typeface="Times New Roman"/>
                          <a:sym typeface="Times New Roman"/>
                        </a:rPr>
                        <a:t>Dr. Firoz Ahmed</a:t>
                      </a:r>
                      <a:r>
                        <a:rPr i="1" lang="en-US" sz="1800" u="none" cap="none" strike="noStrike">
                          <a:solidFill>
                            <a:srgbClr val="0000FF"/>
                          </a:solidFill>
                          <a:latin typeface="Times New Roman"/>
                          <a:ea typeface="Times New Roman"/>
                          <a:cs typeface="Times New Roman"/>
                          <a:sym typeface="Times New Roman"/>
                        </a:rPr>
                        <a:t>		                                    </a:t>
                      </a:r>
                      <a:r>
                        <a:rPr b="1" i="1" lang="en-US" sz="1800" u="none" cap="none" strike="noStrike">
                          <a:solidFill>
                            <a:srgbClr val="7030A0"/>
                          </a:solidFill>
                          <a:latin typeface="Times New Roman"/>
                          <a:ea typeface="Times New Roman"/>
                          <a:cs typeface="Times New Roman"/>
                          <a:sym typeface="Times New Roman"/>
                        </a:rPr>
                        <a:t>Mail:</a:t>
                      </a:r>
                      <a:r>
                        <a:rPr b="1" i="1" lang="en-US" sz="1800" u="sng" cap="none" strike="noStrike">
                          <a:solidFill>
                            <a:srgbClr val="7030A0"/>
                          </a:solidFill>
                          <a:latin typeface="Times New Roman"/>
                          <a:ea typeface="Times New Roman"/>
                          <a:cs typeface="Times New Roman"/>
                          <a:sym typeface="Times New Roman"/>
                        </a:rPr>
                        <a:t> fahmed@aiub.edu</a:t>
                      </a:r>
                      <a:endParaRPr sz="1400" u="none" cap="none" strike="noStrike"/>
                    </a:p>
                  </a:txBody>
                  <a:tcPr marT="45725" marB="45725" marR="91450" marL="91450"/>
                </a:tc>
                <a:tc hMerge="1"/>
                <a:tc hMerge="1"/>
                <a:tc hMerge="1"/>
                <a:tc hMerge="1"/>
              </a:tr>
            </a:tbl>
          </a:graphicData>
        </a:graphic>
      </p:graphicFrame>
      <p:sp>
        <p:nvSpPr>
          <p:cNvPr id="212" name="Google Shape;212;p1"/>
          <p:cNvSpPr txBox="1"/>
          <p:nvPr/>
        </p:nvSpPr>
        <p:spPr>
          <a:xfrm>
            <a:off x="453771" y="1524312"/>
            <a:ext cx="5232579" cy="484632"/>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00000"/>
              </a:lnSpc>
              <a:spcBef>
                <a:spcPts val="0"/>
              </a:spcBef>
              <a:spcAft>
                <a:spcPts val="0"/>
              </a:spcAft>
              <a:buClr>
                <a:srgbClr val="A5A5A5"/>
              </a:buClr>
              <a:buSzPct val="90000"/>
              <a:buFont typeface="Noto Sans Symbols"/>
              <a:buNone/>
            </a:pPr>
            <a:r>
              <a:rPr b="0" i="0" lang="en-US" sz="1800" u="none" cap="none" strike="noStrike">
                <a:solidFill>
                  <a:srgbClr val="FF0000"/>
                </a:solidFill>
                <a:highlight>
                  <a:srgbClr val="FFFF00"/>
                </a:highlight>
                <a:latin typeface="Times New Roman"/>
                <a:ea typeface="Times New Roman"/>
                <a:cs typeface="Times New Roman"/>
                <a:sym typeface="Times New Roman"/>
              </a:rPr>
              <a:t>Course Title:  </a:t>
            </a:r>
            <a:r>
              <a:rPr b="1" i="0" lang="en-US" sz="1800" u="none" cap="none" strike="noStrike">
                <a:solidFill>
                  <a:srgbClr val="FF0000"/>
                </a:solidFill>
                <a:highlight>
                  <a:srgbClr val="FFFF00"/>
                </a:highlight>
                <a:latin typeface="Times New Roman"/>
                <a:ea typeface="Times New Roman"/>
                <a:cs typeface="Times New Roman"/>
                <a:sym typeface="Times New Roman"/>
              </a:rPr>
              <a:t>Artificial Intelligence and Expert System </a:t>
            </a:r>
            <a:endParaRPr b="0" i="0" sz="1800" u="none" cap="none" strike="noStrike">
              <a:solidFill>
                <a:srgbClr val="FF0000"/>
              </a:solidFill>
              <a:highlight>
                <a:srgbClr val="FFFF00"/>
              </a:highlight>
              <a:latin typeface="Times New Roman"/>
              <a:ea typeface="Times New Roman"/>
              <a:cs typeface="Times New Roman"/>
              <a:sym typeface="Times New Roman"/>
            </a:endParaRPr>
          </a:p>
        </p:txBody>
      </p:sp>
      <p:sp>
        <p:nvSpPr>
          <p:cNvPr id="213" name="Google Shape;213;p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
          <p:cNvSpPr txBox="1"/>
          <p:nvPr/>
        </p:nvSpPr>
        <p:spPr>
          <a:xfrm>
            <a:off x="493773" y="2325950"/>
            <a:ext cx="3759600" cy="12621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Times New Roman"/>
                <a:ea typeface="Times New Roman"/>
                <a:cs typeface="Times New Roman"/>
                <a:sym typeface="Times New Roman"/>
              </a:rPr>
              <a:t>Dr. Firoz Ahmed</a:t>
            </a:r>
            <a:endParaRPr b="1" i="0" sz="20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rgbClr val="0000FF"/>
                </a:solidFill>
                <a:latin typeface="Times New Roman"/>
                <a:ea typeface="Times New Roman"/>
                <a:cs typeface="Times New Roman"/>
                <a:sym typeface="Times New Roman"/>
              </a:rPr>
              <a:t>Professor </a:t>
            </a:r>
            <a:endParaRPr b="1" i="0" sz="20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Department of Computer Science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Mail: fahmed@aiub.edu</a:t>
            </a:r>
            <a:endParaRPr b="0" i="0" sz="1400" u="none" cap="none" strike="noStrike">
              <a:solidFill>
                <a:srgbClr val="000000"/>
              </a:solidFill>
              <a:latin typeface="Arial"/>
              <a:ea typeface="Arial"/>
              <a:cs typeface="Arial"/>
              <a:sym typeface="Arial"/>
            </a:endParaRPr>
          </a:p>
        </p:txBody>
      </p:sp>
      <p:sp>
        <p:nvSpPr>
          <p:cNvPr id="219" name="Google Shape;219;p2"/>
          <p:cNvSpPr txBox="1"/>
          <p:nvPr/>
        </p:nvSpPr>
        <p:spPr>
          <a:xfrm>
            <a:off x="493773" y="4002551"/>
            <a:ext cx="3759600" cy="203190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FF"/>
                </a:solidFill>
                <a:latin typeface="Times New Roman"/>
                <a:ea typeface="Times New Roman"/>
                <a:cs typeface="Times New Roman"/>
                <a:sym typeface="Times New Roman"/>
              </a:rPr>
              <a:t>Research Interest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Artificial Intelligence</a:t>
            </a:r>
            <a:endParaRPr b="0" i="0" sz="18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Machine Learning</a:t>
            </a:r>
            <a:endParaRPr b="0" i="0" sz="18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Deep Learning</a:t>
            </a:r>
            <a:endParaRPr b="0" i="0" sz="1800" u="none" cap="none" strike="noStrik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Internet of Things (IoT)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Mobile Ad Hoc Networks (MANETs)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Times New Roman"/>
                <a:ea typeface="Times New Roman"/>
                <a:cs typeface="Times New Roman"/>
                <a:sym typeface="Times New Roman"/>
              </a:rPr>
              <a:t>Wireless Sensor Networks (WSNs)</a:t>
            </a:r>
            <a:endParaRPr b="0" i="0" sz="1400" u="none" cap="none" strike="noStrike">
              <a:solidFill>
                <a:srgbClr val="000000"/>
              </a:solidFill>
              <a:latin typeface="Arial"/>
              <a:ea typeface="Arial"/>
              <a:cs typeface="Arial"/>
              <a:sym typeface="Arial"/>
            </a:endParaRPr>
          </a:p>
        </p:txBody>
      </p:sp>
      <p:sp>
        <p:nvSpPr>
          <p:cNvPr id="220" name="Google Shape;220;p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21" name="Google Shape;221;p2"/>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About 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
          <p:cNvSpPr txBox="1"/>
          <p:nvPr>
            <p:ph idx="1" type="subTitle"/>
          </p:nvPr>
        </p:nvSpPr>
        <p:spPr>
          <a:xfrm>
            <a:off x="486697" y="2363928"/>
            <a:ext cx="7754112" cy="300993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Vision and Mission</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Course Evaluation</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Class Policies</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About the Course</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What is AI?</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The Foundations of AI.</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Brief History of AI</a:t>
            </a:r>
            <a:endParaRPr/>
          </a:p>
          <a:p>
            <a:pPr indent="-342900" lvl="0" marL="342900" rtl="0" algn="l">
              <a:lnSpc>
                <a:spcPct val="100000"/>
              </a:lnSpc>
              <a:spcBef>
                <a:spcPts val="0"/>
              </a:spcBef>
              <a:spcAft>
                <a:spcPts val="0"/>
              </a:spcAft>
              <a:buSzPts val="2160"/>
              <a:buAutoNum type="arabicPeriod"/>
            </a:pPr>
            <a:r>
              <a:rPr lang="en-US" sz="2400">
                <a:solidFill>
                  <a:srgbClr val="0000FF"/>
                </a:solidFill>
                <a:latin typeface="Times New Roman"/>
                <a:ea typeface="Times New Roman"/>
                <a:cs typeface="Times New Roman"/>
                <a:sym typeface="Times New Roman"/>
              </a:rPr>
              <a:t>Course Outline by Topics and Weeks.</a:t>
            </a:r>
            <a:endParaRPr/>
          </a:p>
          <a:p>
            <a:pPr indent="-205740" lvl="0" marL="342900" rtl="0" algn="l">
              <a:lnSpc>
                <a:spcPct val="100000"/>
              </a:lnSpc>
              <a:spcBef>
                <a:spcPts val="0"/>
              </a:spcBef>
              <a:spcAft>
                <a:spcPts val="0"/>
              </a:spcAft>
              <a:buSzPts val="2160"/>
              <a:buNone/>
            </a:pPr>
            <a:r>
              <a:t/>
            </a:r>
            <a:endParaRPr sz="2400">
              <a:solidFill>
                <a:srgbClr val="0000FF"/>
              </a:solidFill>
              <a:latin typeface="Times New Roman"/>
              <a:ea typeface="Times New Roman"/>
              <a:cs typeface="Times New Roman"/>
              <a:sym typeface="Times New Roman"/>
            </a:endParaRPr>
          </a:p>
          <a:p>
            <a:pPr indent="-205740" lvl="0" marL="342900" rtl="0" algn="l">
              <a:lnSpc>
                <a:spcPct val="100000"/>
              </a:lnSpc>
              <a:spcBef>
                <a:spcPts val="0"/>
              </a:spcBef>
              <a:spcAft>
                <a:spcPts val="0"/>
              </a:spcAft>
              <a:buSzPts val="2160"/>
              <a:buNone/>
            </a:pPr>
            <a:r>
              <a:t/>
            </a:r>
            <a:endParaRPr sz="2400">
              <a:solidFill>
                <a:srgbClr val="0000FF"/>
              </a:solidFill>
              <a:latin typeface="Times New Roman"/>
              <a:ea typeface="Times New Roman"/>
              <a:cs typeface="Times New Roman"/>
              <a:sym typeface="Times New Roman"/>
            </a:endParaRPr>
          </a:p>
        </p:txBody>
      </p:sp>
      <p:sp>
        <p:nvSpPr>
          <p:cNvPr id="227" name="Google Shape;227;p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28" name="Google Shape;228;p3"/>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Lecture Outline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
          <p:cNvSpPr txBox="1"/>
          <p:nvPr/>
        </p:nvSpPr>
        <p:spPr>
          <a:xfrm>
            <a:off x="283464" y="2066705"/>
            <a:ext cx="8549639" cy="3559944"/>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just">
              <a:lnSpc>
                <a:spcPct val="100000"/>
              </a:lnSpc>
              <a:spcBef>
                <a:spcPts val="0"/>
              </a:spcBef>
              <a:spcAft>
                <a:spcPts val="0"/>
              </a:spcAft>
              <a:buClr>
                <a:srgbClr val="A5A5A5"/>
              </a:buClr>
              <a:buSzPct val="90000"/>
              <a:buFont typeface="Noto Sans Symbols"/>
              <a:buNone/>
            </a:pPr>
            <a:r>
              <a:rPr b="1" i="0" lang="en-US" sz="2800" u="sng" cap="none" strike="noStrike">
                <a:solidFill>
                  <a:schemeClr val="dk1"/>
                </a:solidFill>
                <a:latin typeface="Times New Roman"/>
                <a:ea typeface="Times New Roman"/>
                <a:cs typeface="Times New Roman"/>
                <a:sym typeface="Times New Roman"/>
              </a:rPr>
              <a:t>Vision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000" u="none" cap="none" strike="noStrike">
                <a:solidFill>
                  <a:srgbClr val="0000FF"/>
                </a:solidFill>
                <a:latin typeface="Times New Roman"/>
                <a:ea typeface="Times New Roman"/>
                <a:cs typeface="Times New Roman"/>
                <a:sym typeface="Times New Roman"/>
              </a:rPr>
              <a:t>AMERICAN INTERNATIONAL UNIVERSITY-BANGLADESH (AIUB) envisions promoting professionals and excellent leadership catering to the technological progress and development needs of the country.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ct val="900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A5A5A5"/>
              </a:buClr>
              <a:buSzPct val="90000"/>
              <a:buFont typeface="Noto Sans Symbols"/>
              <a:buNone/>
            </a:pPr>
            <a:r>
              <a:rPr b="1" i="0" lang="en-US" sz="2800" u="sng" cap="none" strike="noStrike">
                <a:solidFill>
                  <a:schemeClr val="dk1"/>
                </a:solidFill>
                <a:latin typeface="Times New Roman"/>
                <a:ea typeface="Times New Roman"/>
                <a:cs typeface="Times New Roman"/>
                <a:sym typeface="Times New Roman"/>
              </a:rPr>
              <a:t>Mission</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000" u="none" cap="none" strike="noStrike">
                <a:solidFill>
                  <a:srgbClr val="0000FF"/>
                </a:solidFill>
                <a:latin typeface="Times New Roman"/>
                <a:ea typeface="Times New Roman"/>
                <a:cs typeface="Times New Roman"/>
                <a:sym typeface="Times New Roman"/>
              </a:rPr>
              <a:t>AMERICAN INTERNATIONAL UNIVERSITY-BANGLADESH (AIUB) is committed to provide quality and excellent computer-based academic programs responsive to the emerging challenges of the time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ct val="900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000" u="none" cap="none" strike="noStrike">
                <a:solidFill>
                  <a:srgbClr val="0000FF"/>
                </a:solidFill>
                <a:latin typeface="Times New Roman"/>
                <a:ea typeface="Times New Roman"/>
                <a:cs typeface="Times New Roman"/>
                <a:sym typeface="Times New Roman"/>
              </a:rPr>
              <a:t>It is dedicated to nurture and produce competent world class professional imbued with strong sense of ethical values ready to face the competitive world of arts, business, science, social science and technology.</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ct val="900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234" name="Google Shape;234;p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35" name="Google Shape;235;p4"/>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Vision &amp; Mission of AIUB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
          <p:cNvSpPr txBox="1"/>
          <p:nvPr/>
        </p:nvSpPr>
        <p:spPr>
          <a:xfrm>
            <a:off x="313267" y="2076101"/>
            <a:ext cx="8542865" cy="3683277"/>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Sustain development and progress of the university </a:t>
            </a:r>
            <a:endParaRPr b="0" i="0" sz="1400" u="none" cap="none" strike="noStrike">
              <a:solidFill>
                <a:srgbClr val="000000"/>
              </a:solidFill>
              <a:latin typeface="Arial"/>
              <a:ea typeface="Arial"/>
              <a:cs typeface="Arial"/>
              <a:sym typeface="Arial"/>
            </a:endParaRPr>
          </a:p>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Continue to upgrade educational services and facilities responsive of the demands for change and needs of the society </a:t>
            </a:r>
            <a:endParaRPr b="0" i="0" sz="1400" u="none" cap="none" strike="noStrike">
              <a:solidFill>
                <a:srgbClr val="000000"/>
              </a:solidFill>
              <a:latin typeface="Arial"/>
              <a:ea typeface="Arial"/>
              <a:cs typeface="Arial"/>
              <a:sym typeface="Arial"/>
            </a:endParaRPr>
          </a:p>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Inculcate professional culture among management, faculty and personnel in the attainment of the institution's vision, mission and goals </a:t>
            </a:r>
            <a:endParaRPr b="0" i="0" sz="1400" u="none" cap="none" strike="noStrike">
              <a:solidFill>
                <a:srgbClr val="000000"/>
              </a:solidFill>
              <a:latin typeface="Arial"/>
              <a:ea typeface="Arial"/>
              <a:cs typeface="Arial"/>
              <a:sym typeface="Arial"/>
            </a:endParaRPr>
          </a:p>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Enhance research consciousness in discovering new dimensions for curriculum development and enrichment </a:t>
            </a:r>
            <a:endParaRPr b="0" i="0" sz="1400" u="none" cap="none" strike="noStrike">
              <a:solidFill>
                <a:srgbClr val="000000"/>
              </a:solidFill>
              <a:latin typeface="Arial"/>
              <a:ea typeface="Arial"/>
              <a:cs typeface="Arial"/>
              <a:sym typeface="Arial"/>
            </a:endParaRPr>
          </a:p>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Implement meaningful and relevant community outreach programs reflective of the available resources and expertise of the university </a:t>
            </a:r>
            <a:endParaRPr b="0" i="0" sz="1400" u="none" cap="none" strike="noStrike">
              <a:solidFill>
                <a:srgbClr val="000000"/>
              </a:solidFill>
              <a:latin typeface="Arial"/>
              <a:ea typeface="Arial"/>
              <a:cs typeface="Arial"/>
              <a:sym typeface="Arial"/>
            </a:endParaRPr>
          </a:p>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Establish strong networking of programs, sharing of resources and expertise with local and international educational institutions and organizations </a:t>
            </a:r>
            <a:endParaRPr b="0" i="0" sz="1400" u="none" cap="none" strike="noStrike">
              <a:solidFill>
                <a:srgbClr val="000000"/>
              </a:solidFill>
              <a:latin typeface="Arial"/>
              <a:ea typeface="Arial"/>
              <a:cs typeface="Arial"/>
              <a:sym typeface="Arial"/>
            </a:endParaRPr>
          </a:p>
          <a:p>
            <a:pPr indent="-285750" lvl="0" marL="285750" marR="0" rtl="0" algn="just">
              <a:lnSpc>
                <a:spcPct val="80000"/>
              </a:lnSpc>
              <a:spcBef>
                <a:spcPts val="0"/>
              </a:spcBef>
              <a:spcAft>
                <a:spcPts val="0"/>
              </a:spcAft>
              <a:buClr>
                <a:srgbClr val="A5A5A5"/>
              </a:buClr>
              <a:buSzPts val="1980"/>
              <a:buFont typeface="Noto Sans Symbols"/>
              <a:buChar char="❑"/>
            </a:pPr>
            <a:r>
              <a:rPr b="0" i="0" lang="en-US" sz="2200" u="none" cap="none" strike="noStrike">
                <a:solidFill>
                  <a:srgbClr val="0000FF"/>
                </a:solidFill>
                <a:latin typeface="Times New Roman"/>
                <a:ea typeface="Times New Roman"/>
                <a:cs typeface="Times New Roman"/>
                <a:sym typeface="Times New Roman"/>
              </a:rPr>
              <a:t>Accelerate the participation of alumni, students and professionals in the implementation of educational programs and development of projects designed to expand and improve global academic standards </a:t>
            </a:r>
            <a:endParaRPr b="0" i="0" sz="1400" u="none" cap="none" strike="noStrike">
              <a:solidFill>
                <a:srgbClr val="000000"/>
              </a:solidFill>
              <a:latin typeface="Arial"/>
              <a:ea typeface="Arial"/>
              <a:cs typeface="Arial"/>
              <a:sym typeface="Arial"/>
            </a:endParaRPr>
          </a:p>
        </p:txBody>
      </p:sp>
      <p:sp>
        <p:nvSpPr>
          <p:cNvPr id="241" name="Google Shape;241;p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42" name="Google Shape;242;p5"/>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Goals of AIUB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6"/>
          <p:cNvSpPr txBox="1"/>
          <p:nvPr/>
        </p:nvSpPr>
        <p:spPr>
          <a:xfrm>
            <a:off x="1" y="1888835"/>
            <a:ext cx="8975880" cy="8667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orbel"/>
              <a:buNone/>
            </a:pPr>
            <a:r>
              <a:t/>
            </a:r>
            <a:endParaRPr b="1" i="0" sz="4400" u="none" cap="small" strike="noStrike">
              <a:solidFill>
                <a:schemeClr val="dk1"/>
              </a:solidFill>
              <a:latin typeface="Corbel"/>
              <a:ea typeface="Corbel"/>
              <a:cs typeface="Corbel"/>
              <a:sym typeface="Corbel"/>
            </a:endParaRPr>
          </a:p>
        </p:txBody>
      </p:sp>
      <p:sp>
        <p:nvSpPr>
          <p:cNvPr id="248" name="Google Shape;248;p6"/>
          <p:cNvSpPr txBox="1"/>
          <p:nvPr/>
        </p:nvSpPr>
        <p:spPr>
          <a:xfrm>
            <a:off x="301752" y="2066190"/>
            <a:ext cx="8540495" cy="3471177"/>
          </a:xfrm>
          <a:prstGeom prst="rect">
            <a:avLst/>
          </a:prstGeom>
          <a:noFill/>
          <a:ln>
            <a:noFill/>
          </a:ln>
        </p:spPr>
        <p:txBody>
          <a:bodyPr anchorCtr="0" anchor="t" bIns="45700" lIns="91425" spcFirstLastPara="1" rIns="91425" wrap="square" tIns="45700">
            <a:normAutofit fontScale="92500"/>
          </a:bodyPr>
          <a:lstStyle/>
          <a:p>
            <a:pPr indent="0" lvl="0" marL="0" marR="0" rtl="0" algn="just">
              <a:lnSpc>
                <a:spcPct val="90000"/>
              </a:lnSpc>
              <a:spcBef>
                <a:spcPts val="0"/>
              </a:spcBef>
              <a:spcAft>
                <a:spcPts val="0"/>
              </a:spcAft>
              <a:buClr>
                <a:schemeClr val="dk1"/>
              </a:buClr>
              <a:buSzPct val="100000"/>
              <a:buFont typeface="Arial"/>
              <a:buNone/>
            </a:pPr>
            <a:r>
              <a:rPr b="1" i="0" lang="en-US" sz="2800" u="sng" cap="none" strike="noStrike">
                <a:solidFill>
                  <a:schemeClr val="dk1"/>
                </a:solidFill>
                <a:latin typeface="Times New Roman"/>
                <a:ea typeface="Times New Roman"/>
                <a:cs typeface="Times New Roman"/>
                <a:sym typeface="Times New Roman"/>
              </a:rPr>
              <a:t>Vision </a:t>
            </a:r>
            <a:endParaRPr b="0" i="0" sz="1400" u="none" cap="none" strike="noStrike">
              <a:solidFill>
                <a:srgbClr val="000000"/>
              </a:solidFill>
              <a:latin typeface="Arial"/>
              <a:ea typeface="Arial"/>
              <a:cs typeface="Arial"/>
              <a:sym typeface="Arial"/>
            </a:endParaRPr>
          </a:p>
          <a:p>
            <a:pPr indent="-228600" lvl="0" marL="228600" marR="0" rtl="0" algn="just">
              <a:lnSpc>
                <a:spcPct val="90000"/>
              </a:lnSpc>
              <a:spcBef>
                <a:spcPts val="1000"/>
              </a:spcBef>
              <a:spcAft>
                <a:spcPts val="0"/>
              </a:spcAft>
              <a:buClr>
                <a:srgbClr val="0000FF"/>
              </a:buClr>
              <a:buSzPct val="100000"/>
              <a:buFont typeface="Noto Sans Symbols"/>
              <a:buChar char="❑"/>
            </a:pPr>
            <a:r>
              <a:rPr b="0" i="0" lang="en-US" sz="2200" u="none" cap="none" strike="noStrike">
                <a:solidFill>
                  <a:srgbClr val="0000FF"/>
                </a:solidFill>
                <a:latin typeface="Times New Roman"/>
                <a:ea typeface="Times New Roman"/>
                <a:cs typeface="Times New Roman"/>
                <a:sym typeface="Times New Roman"/>
              </a:rPr>
              <a:t>Provides leadership in the pursuit of quality and excellent computer education and produce highly skilled and globally competitive IT professionals.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ct val="1000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1000"/>
              </a:spcBef>
              <a:spcAft>
                <a:spcPts val="0"/>
              </a:spcAft>
              <a:buClr>
                <a:schemeClr val="dk1"/>
              </a:buClr>
              <a:buSzPct val="100000"/>
              <a:buFont typeface="Arial"/>
              <a:buNone/>
            </a:pPr>
            <a:r>
              <a:rPr b="1" i="0" lang="en-US" sz="2800" u="sng" cap="none" strike="noStrike">
                <a:solidFill>
                  <a:schemeClr val="dk1"/>
                </a:solidFill>
                <a:latin typeface="Times New Roman"/>
                <a:ea typeface="Times New Roman"/>
                <a:cs typeface="Times New Roman"/>
                <a:sym typeface="Times New Roman"/>
              </a:rPr>
              <a:t>Mission</a:t>
            </a:r>
            <a:endParaRPr b="0" i="0" sz="1400" u="none" cap="none" strike="noStrike">
              <a:solidFill>
                <a:srgbClr val="000000"/>
              </a:solidFill>
              <a:latin typeface="Arial"/>
              <a:ea typeface="Arial"/>
              <a:cs typeface="Arial"/>
              <a:sym typeface="Arial"/>
            </a:endParaRPr>
          </a:p>
          <a:p>
            <a:pPr indent="-228600" lvl="0" marL="228600" marR="0" rtl="0" algn="just">
              <a:lnSpc>
                <a:spcPct val="90000"/>
              </a:lnSpc>
              <a:spcBef>
                <a:spcPts val="1000"/>
              </a:spcBef>
              <a:spcAft>
                <a:spcPts val="0"/>
              </a:spcAft>
              <a:buClr>
                <a:srgbClr val="0000FF"/>
              </a:buClr>
              <a:buSzPct val="100000"/>
              <a:buFont typeface="Noto Sans Symbols"/>
              <a:buChar char="❑"/>
            </a:pPr>
            <a:r>
              <a:rPr b="0" i="0" lang="en-US" sz="2200" u="none" cap="none" strike="noStrike">
                <a:solidFill>
                  <a:srgbClr val="0000FF"/>
                </a:solidFill>
                <a:latin typeface="Times New Roman"/>
                <a:ea typeface="Times New Roman"/>
                <a:cs typeface="Times New Roman"/>
                <a:sym typeface="Times New Roman"/>
              </a:rPr>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ct val="1000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87629" lvl="0" marL="228600" marR="0" rtl="0" algn="just">
              <a:lnSpc>
                <a:spcPct val="90000"/>
              </a:lnSpc>
              <a:spcBef>
                <a:spcPts val="1000"/>
              </a:spcBef>
              <a:spcAft>
                <a:spcPts val="0"/>
              </a:spcAft>
              <a:buClr>
                <a:schemeClr val="dk1"/>
              </a:buClr>
              <a:buSzPct val="1000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9" name="Google Shape;249;p6"/>
          <p:cNvSpPr txBox="1"/>
          <p:nvPr/>
        </p:nvSpPr>
        <p:spPr>
          <a:xfrm>
            <a:off x="24748" y="3376933"/>
            <a:ext cx="8975881" cy="86677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orbel"/>
              <a:buNone/>
            </a:pPr>
            <a:r>
              <a:t/>
            </a:r>
            <a:endParaRPr b="1" i="0" sz="4400" u="none" cap="small" strike="noStrike">
              <a:solidFill>
                <a:schemeClr val="dk1"/>
              </a:solidFill>
              <a:latin typeface="Corbel"/>
              <a:ea typeface="Corbel"/>
              <a:cs typeface="Corbel"/>
              <a:sym typeface="Corbel"/>
            </a:endParaRPr>
          </a:p>
        </p:txBody>
      </p:sp>
      <p:sp>
        <p:nvSpPr>
          <p:cNvPr id="250" name="Google Shape;250;p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51" name="Google Shape;251;p6"/>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Vision &amp; Mission of CS Dept.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7"/>
          <p:cNvSpPr txBox="1"/>
          <p:nvPr/>
        </p:nvSpPr>
        <p:spPr>
          <a:xfrm>
            <a:off x="301752" y="2134773"/>
            <a:ext cx="8540495" cy="382711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Enrich the computer education curriculum to suit the needs of the industry-   wide standards for both domestic and international markets</a:t>
            </a:r>
            <a:endParaRPr b="0" i="0" sz="1400" u="none" cap="none" strike="noStrike">
              <a:solidFill>
                <a:srgbClr val="000000"/>
              </a:solidFill>
              <a:latin typeface="Arial"/>
              <a:ea typeface="Arial"/>
              <a:cs typeface="Arial"/>
              <a:sym typeface="Arial"/>
            </a:endParaRPr>
          </a:p>
          <a:p>
            <a:pPr indent="-342900" lvl="0" marL="342900" marR="0" rtl="0" algn="just">
              <a:lnSpc>
                <a:spcPct val="80000"/>
              </a:lnSpc>
              <a:spcBef>
                <a:spcPts val="10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Equip the faculty and staff with professional, modern technological and research skills</a:t>
            </a:r>
            <a:endParaRPr b="0" i="0" sz="1400" u="none" cap="none" strike="noStrike">
              <a:solidFill>
                <a:srgbClr val="000000"/>
              </a:solidFill>
              <a:latin typeface="Arial"/>
              <a:ea typeface="Arial"/>
              <a:cs typeface="Arial"/>
              <a:sym typeface="Arial"/>
            </a:endParaRPr>
          </a:p>
          <a:p>
            <a:pPr indent="-342900" lvl="0" marL="342900" marR="0" rtl="0" algn="just">
              <a:lnSpc>
                <a:spcPct val="80000"/>
              </a:lnSpc>
              <a:spcBef>
                <a:spcPts val="10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Upgrade continuously computer hardware's, facilities and instructional materials to cope with the challenges of the information technology age</a:t>
            </a:r>
            <a:endParaRPr b="0" i="0" sz="1400" u="none" cap="none" strike="noStrike">
              <a:solidFill>
                <a:srgbClr val="000000"/>
              </a:solidFill>
              <a:latin typeface="Arial"/>
              <a:ea typeface="Arial"/>
              <a:cs typeface="Arial"/>
              <a:sym typeface="Arial"/>
            </a:endParaRPr>
          </a:p>
          <a:p>
            <a:pPr indent="-342900" lvl="0" marL="342900" marR="0" rtl="0" algn="just">
              <a:lnSpc>
                <a:spcPct val="80000"/>
              </a:lnSpc>
              <a:spcBef>
                <a:spcPts val="10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Initiate and conduct relevant research, software development and outreach services.</a:t>
            </a:r>
            <a:endParaRPr b="0" i="0" sz="1400" u="none" cap="none" strike="noStrike">
              <a:solidFill>
                <a:srgbClr val="000000"/>
              </a:solidFill>
              <a:latin typeface="Arial"/>
              <a:ea typeface="Arial"/>
              <a:cs typeface="Arial"/>
              <a:sym typeface="Arial"/>
            </a:endParaRPr>
          </a:p>
          <a:p>
            <a:pPr indent="-342900" lvl="0" marL="342900" marR="0" rtl="0" algn="just">
              <a:lnSpc>
                <a:spcPct val="80000"/>
              </a:lnSpc>
              <a:spcBef>
                <a:spcPts val="10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Establish linkage with industry and other IT-based organizations/institutions for sharing of resources and expertise, and better job opportunities for students</a:t>
            </a:r>
            <a:endParaRPr b="0" i="0" sz="2000" u="none" cap="none" strike="noStrike">
              <a:solidFill>
                <a:srgbClr val="0000FF"/>
              </a:solidFill>
              <a:latin typeface="Times New Roman"/>
              <a:ea typeface="Times New Roman"/>
              <a:cs typeface="Times New Roman"/>
              <a:sym typeface="Times New Roman"/>
            </a:endParaRPr>
          </a:p>
        </p:txBody>
      </p:sp>
      <p:sp>
        <p:nvSpPr>
          <p:cNvPr id="257" name="Google Shape;257;p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58" name="Google Shape;258;p7"/>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Goals of CS Department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graphicFrame>
        <p:nvGraphicFramePr>
          <p:cNvPr id="263" name="Google Shape;263;p8"/>
          <p:cNvGraphicFramePr/>
          <p:nvPr/>
        </p:nvGraphicFramePr>
        <p:xfrm>
          <a:off x="285575" y="2138993"/>
          <a:ext cx="3000000" cy="3000000"/>
        </p:xfrm>
        <a:graphic>
          <a:graphicData uri="http://schemas.openxmlformats.org/drawingml/2006/table">
            <a:tbl>
              <a:tblPr bandCol="1" bandRow="1" firstCol="1" firstRow="1" lastCol="1" lastRow="1">
                <a:noFill/>
                <a:tableStyleId>{A2180EE1-C431-4C03-B926-02A5693A1C0C}</a:tableStyleId>
              </a:tblPr>
              <a:tblGrid>
                <a:gridCol w="1652150"/>
                <a:gridCol w="5102850"/>
                <a:gridCol w="899275"/>
                <a:gridCol w="941100"/>
              </a:tblGrid>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Mid Term</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0" lang="en-US" sz="2000" u="none" cap="none" strike="noStrike">
                          <a:solidFill>
                            <a:srgbClr val="0000FF"/>
                          </a:solidFill>
                          <a:latin typeface="Times New Roman"/>
                          <a:ea typeface="Times New Roman"/>
                          <a:cs typeface="Times New Roman"/>
                          <a:sym typeface="Times New Roman"/>
                        </a:rPr>
                        <a:t>Class Quizzes</a:t>
                      </a:r>
                      <a:endParaRPr sz="1400" u="none" cap="none" strike="noStrike"/>
                    </a:p>
                  </a:txBody>
                  <a:tcPr marT="0" marB="0" marR="68550" marL="68550" anchor="ctr">
                    <a:lnL cap="flat" cmpd="sng" w="12700">
                      <a:solidFill>
                        <a:schemeClr val="dk1"/>
                      </a:solidFill>
                      <a:prstDash val="solid"/>
                      <a:round/>
                      <a:headEnd len="sm" w="sm" type="none"/>
                      <a:tailEnd len="sm" w="sm" type="none"/>
                    </a:lnL>
                    <a:lnT cap="flat" cmpd="sng" w="2857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b="0" lang="en-US" sz="2000" u="none" cap="none" strike="noStrike">
                          <a:solidFill>
                            <a:srgbClr val="0000FF"/>
                          </a:solidFill>
                          <a:latin typeface="Times New Roman"/>
                          <a:ea typeface="Times New Roman"/>
                          <a:cs typeface="Times New Roman"/>
                          <a:sym typeface="Times New Roman"/>
                        </a:rPr>
                        <a:t>20</a:t>
                      </a:r>
                      <a:endParaRPr b="0" sz="2000" u="none" cap="none" strike="noStrike">
                        <a:solidFill>
                          <a:srgbClr val="0000FF"/>
                        </a:solidFill>
                        <a:latin typeface="Times New Roman"/>
                        <a:ea typeface="Times New Roman"/>
                        <a:cs typeface="Times New Roman"/>
                        <a:sym typeface="Times New Roman"/>
                      </a:endParaRPr>
                    </a:p>
                  </a:txBody>
                  <a:tcPr marT="0" marB="0" marR="68550" marL="68550" anchor="ctr">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421825">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Laboratory Performance/Viva/Exam</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L cap="flat" cmpd="sng" w="12700">
                      <a:solidFill>
                        <a:schemeClr val="dk1"/>
                      </a:solidFill>
                      <a:prstDash val="solid"/>
                      <a:round/>
                      <a:headEnd len="sm" w="sm" type="none"/>
                      <a:tailEnd len="sm" w="sm" type="none"/>
                    </a:lnL>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20</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R cap="flat" cmpd="sng" w="28575">
                      <a:solidFill>
                        <a:schemeClr val="dk1"/>
                      </a:solidFill>
                      <a:prstDash val="solid"/>
                      <a:round/>
                      <a:headEnd len="sm" w="sm" type="none"/>
                      <a:tailEnd len="sm" w="sm" type="none"/>
                    </a:lnR>
                    <a:lnT cap="flat" cmpd="sng" w="12700">
                      <a:solidFill>
                        <a:schemeClr val="lt1"/>
                      </a:solidFill>
                      <a:prstDash val="solid"/>
                      <a:round/>
                      <a:headEnd len="sm" w="sm" type="none"/>
                      <a:tailEnd len="sm" w="sm" type="none"/>
                    </a:lnT>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Class Attendance/Performance</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L cap="flat" cmpd="sng" w="12700">
                      <a:solidFill>
                        <a:schemeClr val="dk1"/>
                      </a:solidFill>
                      <a:prstDash val="solid"/>
                      <a:round/>
                      <a:headEnd len="sm" w="sm" type="none"/>
                      <a:tailEnd len="sm" w="sm" type="none"/>
                    </a:lnL>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10</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R cap="flat" cmpd="sng" w="28575">
                      <a:solidFill>
                        <a:schemeClr val="dk1"/>
                      </a:solidFill>
                      <a:prstDash val="solid"/>
                      <a:round/>
                      <a:headEnd len="sm" w="sm" type="none"/>
                      <a:tailEnd len="sm" w="sm" type="none"/>
                    </a:lnR>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Midterm Written Exam</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L cap="flat" cmpd="sng" w="12700">
                      <a:solidFill>
                        <a:schemeClr val="dk1"/>
                      </a:solidFill>
                      <a:prstDash val="solid"/>
                      <a:round/>
                      <a:headEnd len="sm" w="sm" type="none"/>
                      <a:tailEnd len="sm" w="sm" type="none"/>
                    </a:lnL>
                    <a:lnT cap="flat" cmpd="sng" w="12700">
                      <a:solidFill>
                        <a:schemeClr val="lt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50</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R cap="flat" cmpd="sng" w="28575">
                      <a:solidFill>
                        <a:schemeClr val="dk1"/>
                      </a:solidFill>
                      <a:prstDash val="solid"/>
                      <a:round/>
                      <a:headEnd len="sm" w="sm" type="none"/>
                      <a:tailEnd len="sm" w="sm" type="none"/>
                    </a:lnR>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rgbClr val="0000FF"/>
                          </a:solidFill>
                          <a:latin typeface="Times New Roman"/>
                          <a:ea typeface="Times New Roman"/>
                          <a:cs typeface="Times New Roman"/>
                          <a:sym typeface="Times New Roman"/>
                        </a:rPr>
                        <a:t>Mid Term Total</a:t>
                      </a:r>
                      <a:endParaRPr b="1" sz="2000" u="none" cap="none" strike="noStrike">
                        <a:solidFill>
                          <a:srgbClr val="0000FF"/>
                        </a:solidFill>
                        <a:latin typeface="Times New Roman"/>
                        <a:ea typeface="Times New Roman"/>
                        <a:cs typeface="Times New Roman"/>
                        <a:sym typeface="Times New Roman"/>
                      </a:endParaRPr>
                    </a:p>
                  </a:txBody>
                  <a:tcPr marT="0" marB="0" marR="68550" marL="68550" anchor="ctr">
                    <a:lnL cap="flat" cmpd="sng" w="12700">
                      <a:solidFill>
                        <a:schemeClr val="dk1"/>
                      </a:solidFill>
                      <a:prstDash val="solid"/>
                      <a:round/>
                      <a:headEnd len="sm" w="sm" type="none"/>
                      <a:tailEnd len="sm" w="sm" type="none"/>
                    </a:lnL>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b="1" lang="en-US" sz="2000" u="none" cap="none" strike="noStrike">
                          <a:solidFill>
                            <a:srgbClr val="0000FF"/>
                          </a:solidFill>
                          <a:latin typeface="Times New Roman"/>
                          <a:ea typeface="Times New Roman"/>
                          <a:cs typeface="Times New Roman"/>
                          <a:sym typeface="Times New Roman"/>
                        </a:rPr>
                        <a:t>100</a:t>
                      </a:r>
                      <a:endParaRPr b="1" sz="2000" u="none" cap="none" strike="noStrike">
                        <a:solidFill>
                          <a:srgbClr val="0000FF"/>
                        </a:solidFill>
                        <a:latin typeface="Times New Roman"/>
                        <a:ea typeface="Times New Roman"/>
                        <a:cs typeface="Times New Roman"/>
                        <a:sym typeface="Times New Roman"/>
                      </a:endParaRPr>
                    </a:p>
                  </a:txBody>
                  <a:tcPr marT="0" marB="0" marR="68550" marL="68550" anchor="ctr">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40%</a:t>
                      </a:r>
                      <a:endParaRPr sz="1400" u="none" cap="none" strike="noStrike"/>
                    </a:p>
                  </a:txBody>
                  <a:tcPr marT="0" marB="0" marR="68550" marL="68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Final Term</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Class Quizzes</a:t>
                      </a:r>
                      <a:endParaRPr sz="2000" u="none" cap="none" strike="noStrike">
                        <a:solidFill>
                          <a:srgbClr val="0000FF"/>
                        </a:solidFill>
                        <a:latin typeface="Times New Roman"/>
                        <a:ea typeface="Times New Roman"/>
                        <a:cs typeface="Times New Roman"/>
                        <a:sym typeface="Times New Roman"/>
                      </a:endParaRPr>
                    </a:p>
                  </a:txBody>
                  <a:tcPr marT="0" marB="0" marR="68550" marL="68550">
                    <a:lnL cap="flat" cmpd="sng" w="12700">
                      <a:solidFill>
                        <a:schemeClr val="dk1"/>
                      </a:solidFill>
                      <a:prstDash val="solid"/>
                      <a:round/>
                      <a:headEnd len="sm" w="sm" type="none"/>
                      <a:tailEnd len="sm" w="sm" type="none"/>
                    </a:lnL>
                    <a:lnT cap="flat" cmpd="sng" w="28575">
                      <a:solidFill>
                        <a:schemeClr val="dk1"/>
                      </a:solidFill>
                      <a:prstDash val="solid"/>
                      <a:round/>
                      <a:headEnd len="sm" w="sm" type="none"/>
                      <a:tailEnd len="sm" w="sm" type="none"/>
                    </a:lnT>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20</a:t>
                      </a:r>
                      <a:endParaRPr sz="2000" u="none" cap="none" strike="noStrike">
                        <a:solidFill>
                          <a:srgbClr val="0000FF"/>
                        </a:solidFill>
                        <a:latin typeface="Times New Roman"/>
                        <a:ea typeface="Times New Roman"/>
                        <a:cs typeface="Times New Roman"/>
                        <a:sym typeface="Times New Roman"/>
                      </a:endParaRPr>
                    </a:p>
                  </a:txBody>
                  <a:tcPr marT="0" marB="0" marR="68550" marL="68550">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4010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Laboratory Performance/Viva/Exam</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L cap="flat" cmpd="sng" w="12700">
                      <a:solidFill>
                        <a:schemeClr val="dk1"/>
                      </a:solidFill>
                      <a:prstDash val="solid"/>
                      <a:round/>
                      <a:headEnd len="sm" w="sm" type="none"/>
                      <a:tailEnd len="sm" w="sm" type="none"/>
                    </a:lnL>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20</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R cap="flat" cmpd="sng" w="28575">
                      <a:solidFill>
                        <a:schemeClr val="dk1"/>
                      </a:solidFill>
                      <a:prstDash val="solid"/>
                      <a:round/>
                      <a:headEnd len="sm" w="sm" type="none"/>
                      <a:tailEnd len="sm" w="sm" type="none"/>
                    </a:lnR>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Class Attendance/Performance</a:t>
                      </a:r>
                      <a:endParaRPr sz="2000" u="none" cap="none" strike="noStrike">
                        <a:solidFill>
                          <a:srgbClr val="0000FF"/>
                        </a:solidFill>
                        <a:latin typeface="Times New Roman"/>
                        <a:ea typeface="Times New Roman"/>
                        <a:cs typeface="Times New Roman"/>
                        <a:sym typeface="Times New Roman"/>
                      </a:endParaRPr>
                    </a:p>
                  </a:txBody>
                  <a:tcPr marT="0" marB="0" marR="68550" marL="68550" anchor="ctr">
                    <a:lnL cap="flat" cmpd="sng" w="12700">
                      <a:solidFill>
                        <a:schemeClr val="dk1"/>
                      </a:solidFill>
                      <a:prstDash val="solid"/>
                      <a:round/>
                      <a:headEnd len="sm" w="sm" type="none"/>
                      <a:tailEnd len="sm" w="sm" type="none"/>
                    </a:lnL>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10</a:t>
                      </a:r>
                      <a:endParaRPr sz="2000" u="none" cap="none" strike="noStrike">
                        <a:solidFill>
                          <a:srgbClr val="0000FF"/>
                        </a:solidFill>
                        <a:latin typeface="Times New Roman"/>
                        <a:ea typeface="Times New Roman"/>
                        <a:cs typeface="Times New Roman"/>
                        <a:sym typeface="Times New Roman"/>
                      </a:endParaRPr>
                    </a:p>
                  </a:txBody>
                  <a:tcPr marT="0" marB="0" marR="68550" marL="68550">
                    <a:lnR cap="flat" cmpd="sng" w="28575">
                      <a:solidFill>
                        <a:schemeClr val="dk1"/>
                      </a:solidFill>
                      <a:prstDash val="solid"/>
                      <a:round/>
                      <a:headEnd len="sm" w="sm" type="none"/>
                      <a:tailEnd len="sm" w="sm" type="none"/>
                    </a:lnR>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Final Written Exam</a:t>
                      </a:r>
                      <a:endParaRPr sz="2000" u="none" cap="none" strike="noStrike">
                        <a:solidFill>
                          <a:srgbClr val="0000FF"/>
                        </a:solidFill>
                        <a:latin typeface="Times New Roman"/>
                        <a:ea typeface="Times New Roman"/>
                        <a:cs typeface="Times New Roman"/>
                        <a:sym typeface="Times New Roman"/>
                      </a:endParaRPr>
                    </a:p>
                  </a:txBody>
                  <a:tcPr marT="0" marB="0" marR="68550" marL="68550">
                    <a:lnL cap="flat" cmpd="sng" w="12700">
                      <a:solidFill>
                        <a:schemeClr val="dk1"/>
                      </a:solidFill>
                      <a:prstDash val="solid"/>
                      <a:round/>
                      <a:headEnd len="sm" w="sm" type="none"/>
                      <a:tailEnd len="sm" w="sm" type="none"/>
                    </a:lnL>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lang="en-US" sz="2000" u="none" cap="none" strike="noStrike">
                          <a:solidFill>
                            <a:srgbClr val="0000FF"/>
                          </a:solidFill>
                          <a:latin typeface="Times New Roman"/>
                          <a:ea typeface="Times New Roman"/>
                          <a:cs typeface="Times New Roman"/>
                          <a:sym typeface="Times New Roman"/>
                        </a:rPr>
                        <a:t>50</a:t>
                      </a:r>
                      <a:endParaRPr sz="2000" u="none" cap="none" strike="noStrike">
                        <a:solidFill>
                          <a:srgbClr val="0000FF"/>
                        </a:solidFill>
                        <a:latin typeface="Times New Roman"/>
                        <a:ea typeface="Times New Roman"/>
                        <a:cs typeface="Times New Roman"/>
                        <a:sym typeface="Times New Roman"/>
                      </a:endParaRPr>
                    </a:p>
                  </a:txBody>
                  <a:tcPr marT="0" marB="0" marR="68550" marL="68550">
                    <a:lnR cap="flat" cmpd="sng" w="28575">
                      <a:solidFill>
                        <a:schemeClr val="dk1"/>
                      </a:solidFill>
                      <a:prstDash val="solid"/>
                      <a:round/>
                      <a:headEnd len="sm" w="sm" type="none"/>
                      <a:tailEnd len="sm" w="sm" type="none"/>
                    </a:lnR>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t/>
                      </a:r>
                      <a:endParaRPr b="1" sz="2000" u="none" cap="none" strike="noStrike">
                        <a:solidFill>
                          <a:schemeClr val="dk1"/>
                        </a:solidFill>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F7F7F"/>
                    </a:solidFill>
                  </a:tcPr>
                </a:tc>
              </a:tr>
              <a:tr h="3544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 </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rgbClr val="0000FF"/>
                          </a:solidFill>
                          <a:latin typeface="Times New Roman"/>
                          <a:ea typeface="Times New Roman"/>
                          <a:cs typeface="Times New Roman"/>
                          <a:sym typeface="Times New Roman"/>
                        </a:rPr>
                        <a:t>Final Term Total</a:t>
                      </a:r>
                      <a:endParaRPr b="1" sz="2000" u="none" cap="none" strike="noStrike">
                        <a:solidFill>
                          <a:srgbClr val="0000FF"/>
                        </a:solidFill>
                        <a:latin typeface="Times New Roman"/>
                        <a:ea typeface="Times New Roman"/>
                        <a:cs typeface="Times New Roman"/>
                        <a:sym typeface="Times New Roman"/>
                      </a:endParaRPr>
                    </a:p>
                  </a:txBody>
                  <a:tcPr marT="0" marB="0" marR="68550" marL="68550">
                    <a:lnL cap="flat" cmpd="sng" w="12700">
                      <a:solidFill>
                        <a:schemeClr val="dk1"/>
                      </a:solidFill>
                      <a:prstDash val="solid"/>
                      <a:round/>
                      <a:headEnd len="sm" w="sm" type="none"/>
                      <a:tailEnd len="sm" w="sm" type="none"/>
                    </a:lnL>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b="1" lang="en-US" sz="2000" u="none" cap="none" strike="noStrike">
                          <a:solidFill>
                            <a:srgbClr val="0000FF"/>
                          </a:solidFill>
                          <a:latin typeface="Times New Roman"/>
                          <a:ea typeface="Times New Roman"/>
                          <a:cs typeface="Times New Roman"/>
                          <a:sym typeface="Times New Roman"/>
                        </a:rPr>
                        <a:t>100</a:t>
                      </a:r>
                      <a:endParaRPr b="1" sz="2000" u="none" cap="none" strike="noStrike">
                        <a:solidFill>
                          <a:srgbClr val="0000FF"/>
                        </a:solidFill>
                        <a:latin typeface="Times New Roman"/>
                        <a:ea typeface="Times New Roman"/>
                        <a:cs typeface="Times New Roman"/>
                        <a:sym typeface="Times New Roman"/>
                      </a:endParaRPr>
                    </a:p>
                  </a:txBody>
                  <a:tcPr marT="0" marB="0" marR="68550" marL="68550">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r">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60%</a:t>
                      </a:r>
                      <a:endParaRPr sz="1400" u="none" cap="none" strike="noStrike"/>
                    </a:p>
                  </a:txBody>
                  <a:tcPr marT="0" marB="0" marR="68550" marL="685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solidFill>
                      <a:srgbClr val="7F7F7F"/>
                    </a:solidFill>
                  </a:tcPr>
                </a:tc>
              </a:tr>
              <a:tr h="318225">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Grand Total</a:t>
                      </a:r>
                      <a:endParaRPr b="1"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solidFill>
                            <a:schemeClr val="dk1"/>
                          </a:solidFill>
                          <a:highlight>
                            <a:srgbClr val="FFFF00"/>
                          </a:highlight>
                          <a:latin typeface="Times New Roman"/>
                          <a:ea typeface="Times New Roman"/>
                          <a:cs typeface="Times New Roman"/>
                          <a:sym typeface="Times New Roman"/>
                        </a:rPr>
                        <a:t>Final Grade of the Course</a:t>
                      </a:r>
                      <a:endParaRPr sz="2000" u="none" cap="none" strike="noStrike">
                        <a:solidFill>
                          <a:schemeClr val="dk1"/>
                        </a:solidFill>
                        <a:highlight>
                          <a:srgbClr val="FFFF00"/>
                        </a:highlight>
                        <a:latin typeface="Times New Roman"/>
                        <a:ea typeface="Times New Roman"/>
                        <a:cs typeface="Times New Roman"/>
                        <a:sym typeface="Times New Roman"/>
                      </a:endParaRPr>
                    </a:p>
                  </a:txBody>
                  <a:tcPr marT="0" marB="0" marR="68550" marL="685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r">
                        <a:lnSpc>
                          <a:spcPct val="100000"/>
                        </a:lnSpc>
                        <a:spcBef>
                          <a:spcPts val="0"/>
                        </a:spcBef>
                        <a:spcAft>
                          <a:spcPts val="0"/>
                        </a:spcAft>
                        <a:buClr>
                          <a:srgbClr val="000000"/>
                        </a:buClr>
                        <a:buSzPts val="2000"/>
                        <a:buFont typeface="Arial"/>
                        <a:buNone/>
                      </a:pPr>
                      <a:r>
                        <a:rPr b="1" lang="en-US" sz="2000" u="none" cap="none" strike="noStrike">
                          <a:solidFill>
                            <a:schemeClr val="dk1"/>
                          </a:solidFill>
                          <a:highlight>
                            <a:srgbClr val="FFFF00"/>
                          </a:highlight>
                          <a:latin typeface="Times New Roman"/>
                          <a:ea typeface="Times New Roman"/>
                          <a:cs typeface="Times New Roman"/>
                          <a:sym typeface="Times New Roman"/>
                        </a:rPr>
                        <a:t>100%</a:t>
                      </a:r>
                      <a:endParaRPr sz="1400" u="none" cap="none" strike="noStrike"/>
                    </a:p>
                  </a:txBody>
                  <a:tcPr marT="0" marB="0" marR="68550" marL="685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7F7F7F"/>
                    </a:solidFill>
                  </a:tcPr>
                </a:tc>
              </a:tr>
            </a:tbl>
          </a:graphicData>
        </a:graphic>
      </p:graphicFrame>
      <p:sp>
        <p:nvSpPr>
          <p:cNvPr id="264" name="Google Shape;264;p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65" name="Google Shape;265;p8"/>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Course Evaluation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9"/>
          <p:cNvSpPr txBox="1"/>
          <p:nvPr/>
        </p:nvSpPr>
        <p:spPr>
          <a:xfrm>
            <a:off x="421341" y="2082018"/>
            <a:ext cx="8305410" cy="4242582"/>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just">
              <a:lnSpc>
                <a:spcPct val="100000"/>
              </a:lnSpc>
              <a:spcBef>
                <a:spcPts val="0"/>
              </a:spcBef>
              <a:spcAft>
                <a:spcPts val="0"/>
              </a:spcAft>
              <a:buClr>
                <a:srgbClr val="A5A5A5"/>
              </a:buClr>
              <a:buSzPct val="90000"/>
              <a:buFont typeface="Noto Sans Symbols"/>
              <a:buNone/>
            </a:pPr>
            <a:r>
              <a:rPr b="1" i="1" lang="en-US" sz="3100" u="sng" cap="none" strike="noStrike">
                <a:solidFill>
                  <a:srgbClr val="FF0000"/>
                </a:solidFill>
                <a:latin typeface="Times New Roman"/>
                <a:ea typeface="Times New Roman"/>
                <a:cs typeface="Times New Roman"/>
                <a:sym typeface="Times New Roman"/>
              </a:rPr>
              <a:t>Must </a:t>
            </a:r>
            <a:r>
              <a:rPr b="0" i="0" lang="en-US" sz="3100" u="sng" cap="none" strike="noStrike">
                <a:solidFill>
                  <a:srgbClr val="FF0000"/>
                </a:solidFill>
                <a:latin typeface="Times New Roman"/>
                <a:ea typeface="Times New Roman"/>
                <a:cs typeface="Times New Roman"/>
                <a:sym typeface="Times New Roman"/>
              </a:rPr>
              <a:t>be present inside the class in due time.</a:t>
            </a:r>
            <a:endParaRPr b="0" i="0" sz="1400" u="none" cap="none" strike="noStrike">
              <a:solidFill>
                <a:srgbClr val="000000"/>
              </a:solidFill>
              <a:latin typeface="Arial"/>
              <a:ea typeface="Arial"/>
              <a:cs typeface="Arial"/>
              <a:sym typeface="Arial"/>
            </a:endParaRPr>
          </a:p>
          <a:p>
            <a:pPr indent="-342928" lvl="0" marL="342900" marR="0" rtl="0" algn="just">
              <a:lnSpc>
                <a:spcPct val="100000"/>
              </a:lnSpc>
              <a:spcBef>
                <a:spcPts val="0"/>
              </a:spcBef>
              <a:spcAft>
                <a:spcPts val="0"/>
              </a:spcAft>
              <a:buClr>
                <a:srgbClr val="A5A5A5"/>
              </a:buClr>
              <a:buSzPct val="90000"/>
              <a:buFont typeface="Noto Sans Symbols"/>
              <a:buChar char="✔"/>
            </a:pPr>
            <a:r>
              <a:rPr b="1" i="1" lang="en-US" sz="2300" u="none" cap="none" strike="noStrike">
                <a:solidFill>
                  <a:srgbClr val="0000FF"/>
                </a:solidFill>
                <a:latin typeface="Times New Roman"/>
                <a:ea typeface="Times New Roman"/>
                <a:cs typeface="Times New Roman"/>
                <a:sym typeface="Times New Roman"/>
              </a:rPr>
              <a:t>Class Break</a:t>
            </a:r>
            <a:r>
              <a:rPr b="0" i="0" lang="en-US" sz="2300" u="none" cap="none" strike="noStrike">
                <a:solidFill>
                  <a:srgbClr val="0000FF"/>
                </a:solidFill>
                <a:latin typeface="Times New Roman"/>
                <a:ea typeface="Times New Roman"/>
                <a:cs typeface="Times New Roman"/>
                <a:sym typeface="Times New Roman"/>
              </a:rPr>
              <a:t>: I would prefer to start the class in due time, giving a break 5/10 minutes. and leave the class in 5/10 minutes early for theory/Laboratory class respectively</a:t>
            </a:r>
            <a:endParaRPr b="0" i="0" sz="1400" u="none" cap="none" strike="noStrike">
              <a:solidFill>
                <a:srgbClr val="000000"/>
              </a:solidFill>
              <a:latin typeface="Arial"/>
              <a:ea typeface="Arial"/>
              <a:cs typeface="Arial"/>
              <a:sym typeface="Arial"/>
            </a:endParaRPr>
          </a:p>
          <a:p>
            <a:pPr indent="-342928" lvl="0" marL="342900" marR="0" rtl="0" algn="just">
              <a:lnSpc>
                <a:spcPct val="100000"/>
              </a:lnSpc>
              <a:spcBef>
                <a:spcPts val="0"/>
              </a:spcBef>
              <a:spcAft>
                <a:spcPts val="0"/>
              </a:spcAft>
              <a:buClr>
                <a:srgbClr val="A5A5A5"/>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Every class will start with a question-answer session about the last lecture. So, students must be prepared with the contents and exercises from the last lecture.</a:t>
            </a:r>
            <a:endParaRPr b="0" i="0" sz="1400" u="none" cap="none" strike="noStrike">
              <a:solidFill>
                <a:srgbClr val="000000"/>
              </a:solidFill>
              <a:latin typeface="Arial"/>
              <a:ea typeface="Arial"/>
              <a:cs typeface="Arial"/>
              <a:sym typeface="Arial"/>
            </a:endParaRPr>
          </a:p>
          <a:p>
            <a:pPr indent="-342928" lvl="0" marL="342900" marR="0" rtl="0" algn="just">
              <a:lnSpc>
                <a:spcPct val="100000"/>
              </a:lnSpc>
              <a:spcBef>
                <a:spcPts val="0"/>
              </a:spcBef>
              <a:spcAft>
                <a:spcPts val="0"/>
              </a:spcAft>
              <a:buClr>
                <a:srgbClr val="A5A5A5"/>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Students are suggested to ask questions during or after the lecture.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ct val="90000"/>
              <a:buFont typeface="Noto Sans Symbols"/>
              <a:buNone/>
            </a:pPr>
            <a:r>
              <a:t/>
            </a:r>
            <a:endParaRPr b="0" i="0" sz="800" u="none" cap="none" strike="noStrike">
              <a:solidFill>
                <a:srgbClr val="0000F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A5A5A5"/>
              </a:buClr>
              <a:buSzPct val="90000"/>
              <a:buFont typeface="Noto Sans Symbols"/>
              <a:buNone/>
            </a:pPr>
            <a:r>
              <a:rPr b="1" i="1" lang="en-US" sz="3100" u="sng" cap="none" strike="noStrike">
                <a:solidFill>
                  <a:srgbClr val="FF0000"/>
                </a:solidFill>
                <a:latin typeface="Times New Roman"/>
                <a:ea typeface="Times New Roman"/>
                <a:cs typeface="Times New Roman"/>
                <a:sym typeface="Times New Roman"/>
              </a:rPr>
              <a:t>Late in Class</a:t>
            </a:r>
            <a:r>
              <a:rPr b="0" i="0" lang="en-US" sz="3100" u="sng" cap="none" strike="noStrike">
                <a:solidFill>
                  <a:srgbClr val="FF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Student coming after 10 minutes of due time is considered late. </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1 late attendances are considered as one absent.</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Late during quiz is not given additional time.</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Students who are regularly late might have additional deduction of marks.</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0" i="0" lang="en-US" sz="2300" u="none" cap="none" strike="noStrike">
                <a:solidFill>
                  <a:srgbClr val="0000FF"/>
                </a:solidFill>
                <a:latin typeface="Times New Roman"/>
                <a:ea typeface="Times New Roman"/>
                <a:cs typeface="Times New Roman"/>
                <a:sym typeface="Times New Roman"/>
              </a:rPr>
              <a:t>A late student will be allowed to enter the class. </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1" i="0" lang="en-US" sz="2300" u="none" cap="none" strike="noStrike">
                <a:solidFill>
                  <a:srgbClr val="0000FF"/>
                </a:solidFill>
                <a:latin typeface="Times New Roman"/>
                <a:ea typeface="Times New Roman"/>
                <a:cs typeface="Times New Roman"/>
                <a:sym typeface="Times New Roman"/>
              </a:rPr>
              <a:t>Don’t ask permission to enter the class, just get in slowly and silently. </a:t>
            </a:r>
            <a:endParaRPr b="0" i="0" sz="1400" u="none" cap="none" strike="noStrike">
              <a:solidFill>
                <a:srgbClr val="000000"/>
              </a:solidFill>
              <a:latin typeface="Arial"/>
              <a:ea typeface="Arial"/>
              <a:cs typeface="Arial"/>
              <a:sym typeface="Arial"/>
            </a:endParaRPr>
          </a:p>
          <a:p>
            <a:pPr indent="-342984" lvl="1" marL="800100" marR="0" rtl="0" algn="just">
              <a:lnSpc>
                <a:spcPct val="100000"/>
              </a:lnSpc>
              <a:spcBef>
                <a:spcPts val="600"/>
              </a:spcBef>
              <a:spcAft>
                <a:spcPts val="0"/>
              </a:spcAft>
              <a:buClr>
                <a:srgbClr val="3F3F3F"/>
              </a:buClr>
              <a:buSzPct val="90000"/>
              <a:buFont typeface="Noto Sans Symbols"/>
              <a:buChar char="✔"/>
            </a:pPr>
            <a:r>
              <a:rPr b="1" i="0" lang="en-US" sz="2300" u="none" cap="none" strike="noStrike">
                <a:solidFill>
                  <a:srgbClr val="0000FF"/>
                </a:solidFill>
                <a:latin typeface="Times New Roman"/>
                <a:ea typeface="Times New Roman"/>
                <a:cs typeface="Times New Roman"/>
                <a:sym typeface="Times New Roman"/>
              </a:rPr>
              <a:t>To leave class you will need to ask for permission.</a:t>
            </a:r>
            <a:endParaRPr b="0" i="0" sz="1400" u="none" cap="none" strike="noStrike">
              <a:solidFill>
                <a:srgbClr val="000000"/>
              </a:solidFill>
              <a:latin typeface="Arial"/>
              <a:ea typeface="Arial"/>
              <a:cs typeface="Arial"/>
              <a:sym typeface="Arial"/>
            </a:endParaRPr>
          </a:p>
        </p:txBody>
      </p:sp>
      <p:sp>
        <p:nvSpPr>
          <p:cNvPr id="271" name="Google Shape;271;p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72" name="Google Shape;272;p9"/>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Classroom Policies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0"/>
          <p:cNvSpPr txBox="1"/>
          <p:nvPr/>
        </p:nvSpPr>
        <p:spPr>
          <a:xfrm>
            <a:off x="257750" y="2096836"/>
            <a:ext cx="8578026" cy="3759433"/>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rgbClr val="A5A5A5"/>
              </a:buClr>
              <a:buSzPts val="1800"/>
              <a:buFont typeface="Noto Sans Symbols"/>
              <a:buChar char="✔"/>
            </a:pPr>
            <a:r>
              <a:rPr b="0" i="1" lang="en-US" sz="2000" u="none" cap="none" strike="noStrike">
                <a:solidFill>
                  <a:srgbClr val="0000FF"/>
                </a:solidFill>
                <a:latin typeface="Times New Roman"/>
                <a:ea typeface="Times New Roman"/>
                <a:cs typeface="Times New Roman"/>
                <a:sym typeface="Times New Roman"/>
              </a:rPr>
              <a:t>At least</a:t>
            </a:r>
            <a:r>
              <a:rPr b="0" i="0" lang="en-US" sz="2000" u="none" cap="none" strike="noStrike">
                <a:solidFill>
                  <a:srgbClr val="0000FF"/>
                </a:solidFill>
                <a:latin typeface="Times New Roman"/>
                <a:ea typeface="Times New Roman"/>
                <a:cs typeface="Times New Roman"/>
                <a:sym typeface="Times New Roman"/>
              </a:rPr>
              <a:t> 80% presence is required by the student. Absent classes must be defended by the student through application and proper documentation to the course teacher.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Long absences/irregular presence/absences out of 25% range must go through </a:t>
            </a:r>
            <a:r>
              <a:rPr b="0" i="1" lang="en-US" sz="2000" u="none" cap="none" strike="noStrike">
                <a:solidFill>
                  <a:srgbClr val="0000FF"/>
                </a:solidFill>
                <a:latin typeface="Times New Roman"/>
                <a:ea typeface="Times New Roman"/>
                <a:cs typeface="Times New Roman"/>
                <a:sym typeface="Times New Roman"/>
              </a:rPr>
              <a:t>application procedures</a:t>
            </a:r>
            <a:r>
              <a:rPr b="0" i="0" lang="en-US" sz="2000" u="none" cap="none" strike="noStrike">
                <a:solidFill>
                  <a:srgbClr val="0000FF"/>
                </a:solidFill>
                <a:latin typeface="Times New Roman"/>
                <a:ea typeface="Times New Roman"/>
                <a:cs typeface="Times New Roman"/>
                <a:sym typeface="Times New Roman"/>
              </a:rPr>
              <a:t> via department Head (+ probation office, if student is in </a:t>
            </a:r>
            <a:r>
              <a:rPr b="0" i="1" lang="en-US" sz="2000" u="none" cap="none" strike="noStrike">
                <a:solidFill>
                  <a:srgbClr val="0000FF"/>
                </a:solidFill>
                <a:latin typeface="Times New Roman"/>
                <a:ea typeface="Times New Roman"/>
                <a:cs typeface="Times New Roman"/>
                <a:sym typeface="Times New Roman"/>
              </a:rPr>
              <a:t>probation</a:t>
            </a:r>
            <a:r>
              <a:rPr b="0" i="0" lang="en-US" sz="2000" u="none" cap="none" strike="noStrike">
                <a:solidFill>
                  <a:srgbClr val="0000FF"/>
                </a:solidFill>
                <a:latin typeface="Times New Roman"/>
                <a:ea typeface="Times New Roman"/>
                <a:cs typeface="Times New Roman"/>
                <a:sym typeface="Times New Roman"/>
              </a:rPr>
              <a:t>) to attend the following classes.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Acceptance of an application for absence only gives permission to attend the following classes. This might still result in deduction of marks (for attendance) which will be judged by the course teacher.</a:t>
            </a:r>
            <a:endParaRPr b="0" i="0" sz="1400" u="none" cap="none" strike="noStrike">
              <a:solidFill>
                <a:srgbClr val="000000"/>
              </a:solidFill>
              <a:latin typeface="Arial"/>
              <a:ea typeface="Arial"/>
              <a:cs typeface="Arial"/>
              <a:sym typeface="Arial"/>
            </a:endParaRPr>
          </a:p>
          <a:p>
            <a:pPr indent="0" lvl="1" marL="457200" marR="0" rtl="0" algn="just">
              <a:lnSpc>
                <a:spcPct val="100000"/>
              </a:lnSpc>
              <a:spcBef>
                <a:spcPts val="600"/>
              </a:spcBef>
              <a:spcAft>
                <a:spcPts val="0"/>
              </a:spcAft>
              <a:buClr>
                <a:srgbClr val="3F3F3F"/>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p:txBody>
      </p:sp>
      <p:sp>
        <p:nvSpPr>
          <p:cNvPr id="278" name="Google Shape;278;p1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79" name="Google Shape;279;p10"/>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Attendance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2"/>
          <p:cNvSpPr txBox="1"/>
          <p:nvPr/>
        </p:nvSpPr>
        <p:spPr>
          <a:xfrm>
            <a:off x="227012" y="2082018"/>
            <a:ext cx="8663770" cy="4166382"/>
          </a:xfrm>
          <a:prstGeom prst="rect">
            <a:avLst/>
          </a:prstGeom>
          <a:noFill/>
          <a:ln>
            <a:noFill/>
          </a:ln>
        </p:spPr>
        <p:txBody>
          <a:bodyPr anchorCtr="0" anchor="t" bIns="45700" lIns="91425" spcFirstLastPara="1" rIns="91425" wrap="square" tIns="45700">
            <a:normAutofit lnSpcReduction="10000"/>
          </a:bodyPr>
          <a:lstStyle/>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All the evaluation categories &amp; marks will be uploaded to the VUES within one week of the </a:t>
            </a:r>
            <a:r>
              <a:rPr b="0" i="1" lang="en-US" sz="2000" u="none" cap="none" strike="noStrike">
                <a:solidFill>
                  <a:srgbClr val="0000FF"/>
                </a:solidFill>
                <a:latin typeface="Times New Roman"/>
                <a:ea typeface="Times New Roman"/>
                <a:cs typeface="Times New Roman"/>
                <a:sym typeface="Times New Roman"/>
              </a:rPr>
              <a:t>evaluation process</a:t>
            </a:r>
            <a:r>
              <a:rPr b="0" i="0" lang="en-US" sz="2000" u="none" cap="none" strike="noStrike">
                <a:solidFill>
                  <a:srgbClr val="0000FF"/>
                </a:solidFill>
                <a:latin typeface="Times New Roman"/>
                <a:ea typeface="Times New Roman"/>
                <a:cs typeface="Times New Roman"/>
                <a:sym typeface="Times New Roman"/>
              </a:rPr>
              <a:t> except the attendance &amp; performance, which will be uploaded along with the major (mid/final term) written exam marks. </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6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Letter grades ‘</a:t>
            </a:r>
            <a:r>
              <a:rPr b="1" i="0" lang="en-US" sz="2000" u="none" cap="none" strike="noStrike">
                <a:solidFill>
                  <a:srgbClr val="0000FF"/>
                </a:solidFill>
                <a:latin typeface="Times New Roman"/>
                <a:ea typeface="Times New Roman"/>
                <a:cs typeface="Times New Roman"/>
                <a:sym typeface="Times New Roman"/>
              </a:rPr>
              <a:t>A+</a:t>
            </a:r>
            <a:r>
              <a:rPr b="0" i="0" lang="en-US" sz="2000" u="none" cap="none" strike="noStrike">
                <a:solidFill>
                  <a:srgbClr val="0000FF"/>
                </a:solidFill>
                <a:latin typeface="Times New Roman"/>
                <a:ea typeface="Times New Roman"/>
                <a:cs typeface="Times New Roman"/>
                <a:sym typeface="Times New Roman"/>
              </a:rPr>
              <a:t>’ through ‘</a:t>
            </a:r>
            <a:r>
              <a:rPr b="1" i="0" lang="en-US" sz="2000" u="none" cap="none" strike="noStrike">
                <a:solidFill>
                  <a:srgbClr val="0000FF"/>
                </a:solidFill>
                <a:latin typeface="Times New Roman"/>
                <a:ea typeface="Times New Roman"/>
                <a:cs typeface="Times New Roman"/>
                <a:sym typeface="Times New Roman"/>
              </a:rPr>
              <a:t>F</a:t>
            </a:r>
            <a:r>
              <a:rPr b="0" i="0" lang="en-US" sz="2000" u="none" cap="none" strike="noStrike">
                <a:solidFill>
                  <a:srgbClr val="0000FF"/>
                </a:solidFill>
                <a:latin typeface="Times New Roman"/>
                <a:ea typeface="Times New Roman"/>
                <a:cs typeface="Times New Roman"/>
                <a:sym typeface="Times New Roman"/>
              </a:rPr>
              <a:t>’ is counted as grades. Other grades ‘</a:t>
            </a:r>
            <a:r>
              <a:rPr b="1" i="0" lang="en-US" sz="2000" u="none" cap="none" strike="noStrike">
                <a:solidFill>
                  <a:srgbClr val="0000FF"/>
                </a:solidFill>
                <a:latin typeface="Times New Roman"/>
                <a:ea typeface="Times New Roman"/>
                <a:cs typeface="Times New Roman"/>
                <a:sym typeface="Times New Roman"/>
              </a:rPr>
              <a:t>I</a:t>
            </a:r>
            <a:r>
              <a:rPr b="0" i="0" lang="en-US" sz="2000" u="none" cap="none" strike="noStrike">
                <a:solidFill>
                  <a:srgbClr val="0000FF"/>
                </a:solidFill>
                <a:latin typeface="Times New Roman"/>
                <a:ea typeface="Times New Roman"/>
                <a:cs typeface="Times New Roman"/>
                <a:sym typeface="Times New Roman"/>
              </a:rPr>
              <a:t>’ and ‘</a:t>
            </a:r>
            <a:r>
              <a:rPr b="1" i="0" lang="en-US" sz="2000" u="none" cap="none" strike="noStrike">
                <a:solidFill>
                  <a:srgbClr val="0000FF"/>
                </a:solidFill>
                <a:latin typeface="Times New Roman"/>
                <a:ea typeface="Times New Roman"/>
                <a:cs typeface="Times New Roman"/>
                <a:sym typeface="Times New Roman"/>
              </a:rPr>
              <a:t>UW</a:t>
            </a:r>
            <a:r>
              <a:rPr b="0" i="0" lang="en-US" sz="2000" u="none" cap="none" strike="noStrike">
                <a:solidFill>
                  <a:srgbClr val="0000FF"/>
                </a:solidFill>
                <a:latin typeface="Times New Roman"/>
                <a:ea typeface="Times New Roman"/>
                <a:cs typeface="Times New Roman"/>
                <a:sym typeface="Times New Roman"/>
              </a:rPr>
              <a:t>’ are considered as temporary grades which are </a:t>
            </a:r>
            <a:r>
              <a:rPr b="0" i="0" lang="en-US" sz="2000" u="sng" cap="none" strike="noStrike">
                <a:solidFill>
                  <a:srgbClr val="0000FF"/>
                </a:solidFill>
                <a:latin typeface="Times New Roman"/>
                <a:ea typeface="Times New Roman"/>
                <a:cs typeface="Times New Roman"/>
                <a:sym typeface="Times New Roman"/>
              </a:rPr>
              <a:t>counted/calculated as ‘</a:t>
            </a:r>
            <a:r>
              <a:rPr b="1" i="0" lang="en-US" sz="2000" u="sng" cap="none" strike="noStrike">
                <a:solidFill>
                  <a:srgbClr val="0000FF"/>
                </a:solidFill>
                <a:latin typeface="Times New Roman"/>
                <a:ea typeface="Times New Roman"/>
                <a:cs typeface="Times New Roman"/>
                <a:sym typeface="Times New Roman"/>
              </a:rPr>
              <a:t>F</a:t>
            </a:r>
            <a:r>
              <a:rPr b="0" i="0" lang="en-US" sz="2000" u="sng" cap="none" strike="noStrike">
                <a:solidFill>
                  <a:srgbClr val="0000FF"/>
                </a:solidFill>
                <a:latin typeface="Times New Roman"/>
                <a:ea typeface="Times New Roman"/>
                <a:cs typeface="Times New Roman"/>
                <a:sym typeface="Times New Roman"/>
              </a:rPr>
              <a:t>’ grade </a:t>
            </a:r>
            <a:r>
              <a:rPr b="0" i="0" lang="en-US" sz="2000" u="none" cap="none" strike="noStrike">
                <a:solidFill>
                  <a:srgbClr val="0000FF"/>
                </a:solidFill>
                <a:latin typeface="Times New Roman"/>
                <a:ea typeface="Times New Roman"/>
                <a:cs typeface="Times New Roman"/>
                <a:sym typeface="Times New Roman"/>
              </a:rPr>
              <a:t>in the </a:t>
            </a:r>
            <a:r>
              <a:rPr b="1" i="0" lang="en-US" sz="2000" u="none" cap="none" strike="noStrike">
                <a:solidFill>
                  <a:srgbClr val="0000FF"/>
                </a:solidFill>
                <a:latin typeface="Times New Roman"/>
                <a:ea typeface="Times New Roman"/>
                <a:cs typeface="Times New Roman"/>
                <a:sym typeface="Times New Roman"/>
              </a:rPr>
              <a:t>CGPA</a:t>
            </a:r>
            <a:r>
              <a:rPr b="0" i="0" lang="en-US" sz="2000" u="none" cap="none" strike="noStrike">
                <a:solidFill>
                  <a:srgbClr val="0000FF"/>
                </a:solidFill>
                <a:latin typeface="Times New Roman"/>
                <a:ea typeface="Times New Roman"/>
                <a:cs typeface="Times New Roman"/>
                <a:sym typeface="Times New Roman"/>
              </a:rPr>
              <a:t>. These grades must/will be converted to the actual grades, i.e. ‘</a:t>
            </a:r>
            <a:r>
              <a:rPr b="1" i="0" lang="en-US" sz="2000" u="none" cap="none" strike="noStrike">
                <a:solidFill>
                  <a:srgbClr val="0000FF"/>
                </a:solidFill>
                <a:latin typeface="Times New Roman"/>
                <a:ea typeface="Times New Roman"/>
                <a:cs typeface="Times New Roman"/>
                <a:sym typeface="Times New Roman"/>
              </a:rPr>
              <a:t>A+</a:t>
            </a:r>
            <a:r>
              <a:rPr b="0" i="0" lang="en-US" sz="2000" u="none" cap="none" strike="noStrike">
                <a:solidFill>
                  <a:srgbClr val="0000FF"/>
                </a:solidFill>
                <a:latin typeface="Times New Roman"/>
                <a:ea typeface="Times New Roman"/>
                <a:cs typeface="Times New Roman"/>
                <a:sym typeface="Times New Roman"/>
              </a:rPr>
              <a:t>’ through ‘</a:t>
            </a:r>
            <a:r>
              <a:rPr b="1" i="0" lang="en-US" sz="2000" u="none" cap="none" strike="noStrike">
                <a:solidFill>
                  <a:srgbClr val="0000FF"/>
                </a:solidFill>
                <a:latin typeface="Times New Roman"/>
                <a:ea typeface="Times New Roman"/>
                <a:cs typeface="Times New Roman"/>
                <a:sym typeface="Times New Roman"/>
              </a:rPr>
              <a:t>F</a:t>
            </a:r>
            <a:r>
              <a:rPr b="0" i="0" lang="en-US" sz="2000" u="none" cap="none" strike="noStrike">
                <a:solidFill>
                  <a:srgbClr val="0000FF"/>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6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t>
            </a:r>
            <a:r>
              <a:rPr b="1" i="0" lang="en-US" sz="2000" u="none" cap="none" strike="noStrike">
                <a:solidFill>
                  <a:srgbClr val="0000FF"/>
                </a:solidFill>
                <a:latin typeface="Times New Roman"/>
                <a:ea typeface="Times New Roman"/>
                <a:cs typeface="Times New Roman"/>
                <a:sym typeface="Times New Roman"/>
              </a:rPr>
              <a:t>I: INCOMPLETE</a:t>
            </a:r>
            <a:r>
              <a:rPr b="0" i="0" lang="en-US" sz="2000" u="none" cap="none" strike="noStrike">
                <a:solidFill>
                  <a:srgbClr val="0000FF"/>
                </a:solidFill>
                <a:latin typeface="Times New Roman"/>
                <a:ea typeface="Times New Roman"/>
                <a:cs typeface="Times New Roman"/>
                <a:sym typeface="Times New Roman"/>
              </a:rPr>
              <a:t>’ is given to students who have </a:t>
            </a:r>
            <a:r>
              <a:rPr b="0" i="1" lang="en-US" sz="2000" u="none" cap="none" strike="noStrike">
                <a:solidFill>
                  <a:srgbClr val="0000FF"/>
                </a:solidFill>
                <a:latin typeface="Times New Roman"/>
                <a:ea typeface="Times New Roman"/>
                <a:cs typeface="Times New Roman"/>
                <a:sym typeface="Times New Roman"/>
              </a:rPr>
              <a:t>missed </a:t>
            </a:r>
            <a:r>
              <a:rPr b="0" i="0" lang="en-US" sz="2000" u="none" cap="none" strike="noStrike">
                <a:solidFill>
                  <a:srgbClr val="0000FF"/>
                </a:solidFill>
                <a:latin typeface="Times New Roman"/>
                <a:ea typeface="Times New Roman"/>
                <a:cs typeface="Times New Roman"/>
                <a:sym typeface="Times New Roman"/>
              </a:rPr>
              <a:t>at most 30% of </a:t>
            </a:r>
            <a:r>
              <a:rPr b="0" i="1" lang="en-US" sz="2000" u="none" cap="none" strike="noStrike">
                <a:solidFill>
                  <a:srgbClr val="0000FF"/>
                </a:solidFill>
                <a:latin typeface="Times New Roman"/>
                <a:ea typeface="Times New Roman"/>
                <a:cs typeface="Times New Roman"/>
                <a:sym typeface="Times New Roman"/>
              </a:rPr>
              <a:t>evaluation categories</a:t>
            </a:r>
            <a:r>
              <a:rPr b="0" i="0" lang="en-US" sz="2000" u="none" cap="none" strike="noStrike">
                <a:solidFill>
                  <a:srgbClr val="0000FF"/>
                </a:solidFill>
                <a:latin typeface="Times New Roman"/>
                <a:ea typeface="Times New Roman"/>
                <a:cs typeface="Times New Roman"/>
                <a:sym typeface="Times New Roman"/>
              </a:rPr>
              <a:t> (quiz/assignment/etc.).  Students must contact the course teacher for </a:t>
            </a:r>
            <a:r>
              <a:rPr b="0" i="0" lang="en-US" sz="2000" u="sng" cap="none" strike="noStrike">
                <a:solidFill>
                  <a:srgbClr val="0000FF"/>
                </a:solidFill>
                <a:latin typeface="Times New Roman"/>
                <a:ea typeface="Times New Roman"/>
                <a:cs typeface="Times New Roman"/>
                <a:sym typeface="Times New Roman"/>
              </a:rPr>
              <a:t>makeup</a:t>
            </a:r>
            <a:r>
              <a:rPr b="0" i="0" lang="en-US" sz="2000" u="none" cap="none" strike="noStrike">
                <a:solidFill>
                  <a:srgbClr val="0000FF"/>
                </a:solidFill>
                <a:latin typeface="Times New Roman"/>
                <a:ea typeface="Times New Roman"/>
                <a:cs typeface="Times New Roman"/>
                <a:sym typeface="Times New Roman"/>
              </a:rPr>
              <a:t>, through valid application procedures immediately after grade release.</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6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t>
            </a:r>
            <a:r>
              <a:rPr b="1" i="0" lang="en-US" sz="2000" u="none" cap="none" strike="noStrike">
                <a:solidFill>
                  <a:srgbClr val="0000FF"/>
                </a:solidFill>
                <a:latin typeface="Times New Roman"/>
                <a:ea typeface="Times New Roman"/>
                <a:cs typeface="Times New Roman"/>
                <a:sym typeface="Times New Roman"/>
              </a:rPr>
              <a:t>UW: UNOFFICIAL WITHDRAW</a:t>
            </a:r>
            <a:r>
              <a:rPr b="0" i="0" lang="en-US" sz="2000" u="none" cap="none" strike="noStrike">
                <a:solidFill>
                  <a:srgbClr val="0000FF"/>
                </a:solidFill>
                <a:latin typeface="Times New Roman"/>
                <a:ea typeface="Times New Roman"/>
                <a:cs typeface="Times New Roman"/>
                <a:sym typeface="Times New Roman"/>
              </a:rPr>
              <a:t>’ is given when the </a:t>
            </a:r>
            <a:r>
              <a:rPr b="0" i="1" lang="en-US" sz="2000" u="none" cap="none" strike="noStrike">
                <a:solidFill>
                  <a:srgbClr val="0000FF"/>
                </a:solidFill>
                <a:latin typeface="Times New Roman"/>
                <a:ea typeface="Times New Roman"/>
                <a:cs typeface="Times New Roman"/>
                <a:sym typeface="Times New Roman"/>
              </a:rPr>
              <a:t>missing evaluation categories</a:t>
            </a:r>
            <a:r>
              <a:rPr b="0" i="0" lang="en-US" sz="2000" u="none" cap="none" strike="noStrike">
                <a:solidFill>
                  <a:srgbClr val="0000FF"/>
                </a:solidFill>
                <a:latin typeface="Times New Roman"/>
                <a:ea typeface="Times New Roman"/>
                <a:cs typeface="Times New Roman"/>
                <a:sym typeface="Times New Roman"/>
              </a:rPr>
              <a:t> are too high (more than 30%) to makeup. A student getting ‘UW’ has </a:t>
            </a:r>
            <a:r>
              <a:rPr b="0" i="0" lang="en-US" sz="2000" u="sng" cap="none" strike="noStrike">
                <a:solidFill>
                  <a:srgbClr val="0000FF"/>
                </a:solidFill>
                <a:latin typeface="Times New Roman"/>
                <a:ea typeface="Times New Roman"/>
                <a:cs typeface="Times New Roman"/>
                <a:sym typeface="Times New Roman"/>
              </a:rPr>
              <a:t>no option</a:t>
            </a:r>
            <a:r>
              <a:rPr b="0" i="0" lang="en-US" sz="2000" u="none" cap="none" strike="noStrike">
                <a:solidFill>
                  <a:srgbClr val="0000FF"/>
                </a:solidFill>
                <a:latin typeface="Times New Roman"/>
                <a:ea typeface="Times New Roman"/>
                <a:cs typeface="Times New Roman"/>
                <a:sym typeface="Times New Roman"/>
              </a:rPr>
              <a:t> but to </a:t>
            </a:r>
            <a:r>
              <a:rPr b="0" i="0" lang="en-US" sz="2000" u="sng" cap="none" strike="noStrike">
                <a:solidFill>
                  <a:srgbClr val="0000FF"/>
                </a:solidFill>
                <a:latin typeface="Times New Roman"/>
                <a:ea typeface="Times New Roman"/>
                <a:cs typeface="Times New Roman"/>
                <a:sym typeface="Times New Roman"/>
              </a:rPr>
              <a:t>drop</a:t>
            </a:r>
            <a:r>
              <a:rPr b="0" i="0" lang="en-US" sz="2000" u="none" cap="none" strike="noStrike">
                <a:solidFill>
                  <a:srgbClr val="0000FF"/>
                </a:solidFill>
                <a:latin typeface="Times New Roman"/>
                <a:ea typeface="Times New Roman"/>
                <a:cs typeface="Times New Roman"/>
                <a:sym typeface="Times New Roman"/>
              </a:rPr>
              <a:t> the course immediately after grade release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285" name="Google Shape;285;p1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86" name="Google Shape;286;p12"/>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Grading Policies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txBox="1"/>
          <p:nvPr/>
        </p:nvSpPr>
        <p:spPr>
          <a:xfrm>
            <a:off x="277402" y="2078502"/>
            <a:ext cx="8558373" cy="4525963"/>
          </a:xfrm>
          <a:prstGeom prst="rect">
            <a:avLst/>
          </a:prstGeom>
          <a:noFill/>
          <a:ln>
            <a:noFill/>
          </a:ln>
        </p:spPr>
        <p:txBody>
          <a:bodyPr anchorCtr="0" anchor="t" bIns="45700" lIns="91425" spcFirstLastPara="1" rIns="91425" wrap="square" tIns="45700">
            <a:normAutofit/>
          </a:bodyPr>
          <a:lstStyle/>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Once a student’s gets ‘I’ or ‘UW’ and unable to fulfill the requirements with the course teacher for makeup, </a:t>
            </a:r>
            <a:r>
              <a:rPr b="0" i="0" lang="en-US" sz="2000" u="sng" cap="none" strike="noStrike">
                <a:solidFill>
                  <a:srgbClr val="0000FF"/>
                </a:solidFill>
                <a:latin typeface="Times New Roman"/>
                <a:ea typeface="Times New Roman"/>
                <a:cs typeface="Times New Roman"/>
                <a:sym typeface="Times New Roman"/>
              </a:rPr>
              <a:t>must drop the course</a:t>
            </a:r>
            <a:r>
              <a:rPr b="0" i="0" lang="en-US" sz="2000" u="none" cap="none" strike="noStrike">
                <a:solidFill>
                  <a:srgbClr val="0000FF"/>
                </a:solidFill>
                <a:latin typeface="Times New Roman"/>
                <a:ea typeface="Times New Roman"/>
                <a:cs typeface="Times New Roman"/>
                <a:sym typeface="Times New Roman"/>
              </a:rPr>
              <a:t> within officially </a:t>
            </a:r>
            <a:r>
              <a:rPr b="0" i="1" lang="en-US" sz="2000" u="none" cap="none" strike="noStrike">
                <a:solidFill>
                  <a:srgbClr val="0000FF"/>
                </a:solidFill>
                <a:latin typeface="Times New Roman"/>
                <a:ea typeface="Times New Roman"/>
                <a:cs typeface="Times New Roman"/>
                <a:sym typeface="Times New Roman"/>
              </a:rPr>
              <a:t>mentioned time period</a:t>
            </a:r>
            <a:r>
              <a:rPr b="0" i="0" lang="en-US" sz="2000" u="none" cap="none" strike="noStrike">
                <a:solidFill>
                  <a:srgbClr val="0000FF"/>
                </a:solidFill>
                <a:latin typeface="Times New Roman"/>
                <a:ea typeface="Times New Roman"/>
                <a:cs typeface="Times New Roman"/>
                <a:sym typeface="Times New Roman"/>
              </a:rPr>
              <a:t> from the </a:t>
            </a:r>
            <a:r>
              <a:rPr b="0" i="1" lang="en-US" sz="2000" u="none" cap="none" strike="noStrike">
                <a:solidFill>
                  <a:srgbClr val="0000FF"/>
                </a:solidFill>
                <a:latin typeface="Times New Roman"/>
                <a:ea typeface="Times New Roman"/>
                <a:cs typeface="Times New Roman"/>
                <a:sym typeface="Times New Roman"/>
              </a:rPr>
              <a:t>registration department</a:t>
            </a:r>
            <a:r>
              <a:rPr b="0" i="0" lang="en-US" sz="2000" u="none" cap="none" strike="noStrike">
                <a:solidFill>
                  <a:srgbClr val="0000FF"/>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6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Students in probation or falls into the probation due to ‘I’/’UW’ grade are not allowed to drop the course.</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4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Unable to do so will result in the automatic conversion of the grades ‘</a:t>
            </a:r>
            <a:r>
              <a:rPr b="1" i="0" lang="en-US" sz="2000" u="none" cap="none" strike="noStrike">
                <a:solidFill>
                  <a:srgbClr val="0000FF"/>
                </a:solidFill>
                <a:latin typeface="Times New Roman"/>
                <a:ea typeface="Times New Roman"/>
                <a:cs typeface="Times New Roman"/>
                <a:sym typeface="Times New Roman"/>
              </a:rPr>
              <a:t>I</a:t>
            </a:r>
            <a:r>
              <a:rPr b="0" i="0" lang="en-US" sz="2000" u="none" cap="none" strike="noStrike">
                <a:solidFill>
                  <a:srgbClr val="0000FF"/>
                </a:solidFill>
                <a:latin typeface="Times New Roman"/>
                <a:ea typeface="Times New Roman"/>
                <a:cs typeface="Times New Roman"/>
                <a:sym typeface="Times New Roman"/>
              </a:rPr>
              <a:t>’/’</a:t>
            </a:r>
            <a:r>
              <a:rPr b="1" i="0" lang="en-US" sz="2000" u="none" cap="none" strike="noStrike">
                <a:solidFill>
                  <a:srgbClr val="0000FF"/>
                </a:solidFill>
                <a:latin typeface="Times New Roman"/>
                <a:ea typeface="Times New Roman"/>
                <a:cs typeface="Times New Roman"/>
                <a:sym typeface="Times New Roman"/>
              </a:rPr>
              <a:t>UW</a:t>
            </a:r>
            <a:r>
              <a:rPr b="0" i="0" lang="en-US" sz="2000" u="none" cap="none" strike="noStrike">
                <a:solidFill>
                  <a:srgbClr val="0000FF"/>
                </a:solidFill>
                <a:latin typeface="Times New Roman"/>
                <a:ea typeface="Times New Roman"/>
                <a:cs typeface="Times New Roman"/>
                <a:sym typeface="Times New Roman"/>
              </a:rPr>
              <a:t>’ to ‘</a:t>
            </a:r>
            <a:r>
              <a:rPr b="1" i="0" lang="en-US" sz="2000" u="none" cap="none" strike="noStrike">
                <a:solidFill>
                  <a:srgbClr val="0000FF"/>
                </a:solidFill>
                <a:latin typeface="Times New Roman"/>
                <a:ea typeface="Times New Roman"/>
                <a:cs typeface="Times New Roman"/>
                <a:sym typeface="Times New Roman"/>
              </a:rPr>
              <a:t>F</a:t>
            </a:r>
            <a:r>
              <a:rPr b="0" i="0" lang="en-US" sz="2000" u="none" cap="none" strike="noStrike">
                <a:solidFill>
                  <a:srgbClr val="0000FF"/>
                </a:solidFill>
                <a:latin typeface="Times New Roman"/>
                <a:ea typeface="Times New Roman"/>
                <a:cs typeface="Times New Roman"/>
                <a:sym typeface="Times New Roman"/>
              </a:rPr>
              <a:t>’ grade </a:t>
            </a:r>
            <a:r>
              <a:rPr b="0" i="0" lang="en-US" sz="2000" u="sng" cap="none" strike="noStrike">
                <a:solidFill>
                  <a:srgbClr val="0000FF"/>
                </a:solidFill>
                <a:latin typeface="Times New Roman"/>
                <a:ea typeface="Times New Roman"/>
                <a:cs typeface="Times New Roman"/>
                <a:sym typeface="Times New Roman"/>
              </a:rPr>
              <a:t>after the 4</a:t>
            </a:r>
            <a:r>
              <a:rPr b="0" baseline="30000" i="0" lang="en-US" sz="2000" u="sng" cap="none" strike="noStrike">
                <a:solidFill>
                  <a:srgbClr val="0000FF"/>
                </a:solidFill>
                <a:latin typeface="Times New Roman"/>
                <a:ea typeface="Times New Roman"/>
                <a:cs typeface="Times New Roman"/>
                <a:sym typeface="Times New Roman"/>
              </a:rPr>
              <a:t>th</a:t>
            </a:r>
            <a:r>
              <a:rPr b="0" i="0" lang="en-US" sz="2000" u="sng" cap="none" strike="noStrike">
                <a:solidFill>
                  <a:srgbClr val="0000FF"/>
                </a:solidFill>
                <a:latin typeface="Times New Roman"/>
                <a:ea typeface="Times New Roman"/>
                <a:cs typeface="Times New Roman"/>
                <a:sym typeface="Times New Roman"/>
              </a:rPr>
              <a:t> week of the following semester</a:t>
            </a:r>
            <a:r>
              <a:rPr b="0" i="0" lang="en-US" sz="2000" u="none" cap="none" strike="noStrike">
                <a:solidFill>
                  <a:srgbClr val="0000FF"/>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114300" lvl="0" marL="0" marR="0" rtl="0" algn="just">
              <a:lnSpc>
                <a:spcPct val="100000"/>
              </a:lnSpc>
              <a:spcBef>
                <a:spcPts val="40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Any </a:t>
            </a:r>
            <a:r>
              <a:rPr b="0" i="1" lang="en-US" sz="2000" u="none" cap="none" strike="noStrike">
                <a:solidFill>
                  <a:srgbClr val="0000FF"/>
                </a:solidFill>
                <a:latin typeface="Times New Roman"/>
                <a:ea typeface="Times New Roman"/>
                <a:cs typeface="Times New Roman"/>
                <a:sym typeface="Times New Roman"/>
              </a:rPr>
              <a:t>problem with the mark/grade</a:t>
            </a:r>
            <a:r>
              <a:rPr b="0" i="0" lang="en-US" sz="2000" u="none" cap="none" strike="noStrike">
                <a:solidFill>
                  <a:srgbClr val="0000FF"/>
                </a:solidFill>
                <a:latin typeface="Times New Roman"/>
                <a:ea typeface="Times New Roman"/>
                <a:cs typeface="Times New Roman"/>
                <a:sym typeface="Times New Roman"/>
              </a:rPr>
              <a:t> </a:t>
            </a:r>
            <a:r>
              <a:rPr b="0" i="0" lang="en-US" sz="2000" u="sng" cap="none" strike="noStrike">
                <a:solidFill>
                  <a:srgbClr val="0000FF"/>
                </a:solidFill>
                <a:latin typeface="Times New Roman"/>
                <a:ea typeface="Times New Roman"/>
                <a:cs typeface="Times New Roman"/>
                <a:sym typeface="Times New Roman"/>
              </a:rPr>
              <a:t>must be consulted</a:t>
            </a:r>
            <a:r>
              <a:rPr b="0" i="0" lang="en-US" sz="2000" u="none" cap="none" strike="noStrike">
                <a:solidFill>
                  <a:srgbClr val="0000FF"/>
                </a:solidFill>
                <a:latin typeface="Times New Roman"/>
                <a:ea typeface="Times New Roman"/>
                <a:cs typeface="Times New Roman"/>
                <a:sym typeface="Times New Roman"/>
              </a:rPr>
              <a:t> with the course teacher within </a:t>
            </a:r>
            <a:r>
              <a:rPr b="0" i="1" lang="en-US" sz="2000" u="none" cap="none" strike="noStrike">
                <a:solidFill>
                  <a:srgbClr val="0000FF"/>
                </a:solidFill>
                <a:latin typeface="Times New Roman"/>
                <a:ea typeface="Times New Roman"/>
                <a:cs typeface="Times New Roman"/>
                <a:sym typeface="Times New Roman"/>
              </a:rPr>
              <a:t>one week of the release of grades</a:t>
            </a:r>
            <a:r>
              <a:rPr b="0" i="0" lang="en-US" sz="2000" u="none" cap="none" strike="noStrike">
                <a:solidFill>
                  <a:srgbClr val="0000FF"/>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p:txBody>
      </p:sp>
      <p:sp>
        <p:nvSpPr>
          <p:cNvPr id="292" name="Google Shape;292;p1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93" name="Google Shape;293;p13"/>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Grading Policies…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4"/>
          <p:cNvSpPr txBox="1"/>
          <p:nvPr/>
        </p:nvSpPr>
        <p:spPr>
          <a:xfrm>
            <a:off x="256854" y="2110155"/>
            <a:ext cx="8577657" cy="4298840"/>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Must fill up the drop form and get it signed by the course teacher, write an application to the vice chancellor and get it signed by the department Head, and finally submit the form &amp; application to the registration department.</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The course teacher must write down the grades (if any) obtained in midterm, final, and grand total on the drop form.</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No drop is accepted during the following periods:</a:t>
            </a:r>
            <a:endParaRPr b="0" i="0" sz="1400" u="none" cap="none" strike="noStrike">
              <a:solidFill>
                <a:srgbClr val="000000"/>
              </a:solidFill>
              <a:latin typeface="Arial"/>
              <a:ea typeface="Arial"/>
              <a:cs typeface="Arial"/>
              <a:sym typeface="Arial"/>
            </a:endParaRPr>
          </a:p>
          <a:p>
            <a:pPr indent="-342900" lvl="1" marL="800100" marR="0" rtl="0" algn="just">
              <a:lnSpc>
                <a:spcPct val="100000"/>
              </a:lnSpc>
              <a:spcBef>
                <a:spcPts val="600"/>
              </a:spcBef>
              <a:spcAft>
                <a:spcPts val="0"/>
              </a:spcAft>
              <a:buClr>
                <a:srgbClr val="3F3F3F"/>
              </a:buClr>
              <a:buSzPts val="1800"/>
              <a:buFont typeface="Noto Sans Symbols"/>
              <a:buChar char="❑"/>
            </a:pPr>
            <a:r>
              <a:rPr b="1" i="0" lang="en-US" sz="2000" u="none" cap="none" strike="noStrike">
                <a:solidFill>
                  <a:srgbClr val="0000FF"/>
                </a:solidFill>
                <a:latin typeface="Times New Roman"/>
                <a:ea typeface="Times New Roman"/>
                <a:cs typeface="Times New Roman"/>
                <a:sym typeface="Times New Roman"/>
              </a:rPr>
              <a:t>One week before midterm exam – grade release date of midterm exam.</a:t>
            </a:r>
            <a:endParaRPr b="0" i="0" sz="1400" u="none" cap="none" strike="noStrike">
              <a:solidFill>
                <a:srgbClr val="000000"/>
              </a:solidFill>
              <a:latin typeface="Arial"/>
              <a:ea typeface="Arial"/>
              <a:cs typeface="Arial"/>
              <a:sym typeface="Arial"/>
            </a:endParaRPr>
          </a:p>
          <a:p>
            <a:pPr indent="-342900" lvl="1" marL="800100" marR="0" rtl="0" algn="just">
              <a:lnSpc>
                <a:spcPct val="100000"/>
              </a:lnSpc>
              <a:spcBef>
                <a:spcPts val="600"/>
              </a:spcBef>
              <a:spcAft>
                <a:spcPts val="0"/>
              </a:spcAft>
              <a:buClr>
                <a:srgbClr val="3F3F3F"/>
              </a:buClr>
              <a:buSzPts val="1800"/>
              <a:buFont typeface="Noto Sans Symbols"/>
              <a:buChar char="❑"/>
            </a:pPr>
            <a:r>
              <a:rPr b="1" i="0" lang="en-US" sz="2000" u="none" cap="none" strike="noStrike">
                <a:solidFill>
                  <a:srgbClr val="0000FF"/>
                </a:solidFill>
                <a:latin typeface="Times New Roman"/>
                <a:ea typeface="Times New Roman"/>
                <a:cs typeface="Times New Roman"/>
                <a:sym typeface="Times New Roman"/>
              </a:rPr>
              <a:t>One week before final term exam – grade release date of final grade.</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Student with ‘F’ grades in midterm, final term, or grand total cannot drop.</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Probation student are not allowed to drop any course.</a:t>
            </a:r>
            <a:endParaRPr b="0" i="0" sz="1400" u="none" cap="none" strike="noStrike">
              <a:solidFill>
                <a:srgbClr val="000000"/>
              </a:solidFill>
              <a:latin typeface="Arial"/>
              <a:ea typeface="Arial"/>
              <a:cs typeface="Arial"/>
              <a:sym typeface="Arial"/>
            </a:endParaRPr>
          </a:p>
        </p:txBody>
      </p:sp>
      <p:sp>
        <p:nvSpPr>
          <p:cNvPr id="299" name="Google Shape;299;p1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00" name="Google Shape;300;p14"/>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Dropping Course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5"/>
          <p:cNvSpPr txBox="1"/>
          <p:nvPr/>
        </p:nvSpPr>
        <p:spPr>
          <a:xfrm>
            <a:off x="263966" y="2041395"/>
            <a:ext cx="8561536" cy="4156687"/>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Contact information (email, Teams, office location, consulting hours, etc.) of the course teacher must be stored by the students.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It is </a:t>
            </a:r>
            <a:r>
              <a:rPr b="0" i="0" lang="en-US" sz="2000" u="sng" cap="none" strike="noStrike">
                <a:solidFill>
                  <a:srgbClr val="0000FF"/>
                </a:solidFill>
                <a:latin typeface="Times New Roman"/>
                <a:ea typeface="Times New Roman"/>
                <a:cs typeface="Times New Roman"/>
                <a:sym typeface="Times New Roman"/>
              </a:rPr>
              <a:t>mandatory to contact/notify </a:t>
            </a:r>
            <a:r>
              <a:rPr b="0" i="0" lang="en-US" sz="2000" u="none" cap="none" strike="noStrike">
                <a:solidFill>
                  <a:srgbClr val="0000FF"/>
                </a:solidFill>
                <a:latin typeface="Times New Roman"/>
                <a:ea typeface="Times New Roman"/>
                <a:cs typeface="Times New Roman"/>
                <a:sym typeface="Times New Roman"/>
              </a:rPr>
              <a:t>(</a:t>
            </a:r>
            <a:r>
              <a:rPr b="0" i="1" lang="en-US" sz="2000" u="none" cap="none" strike="noStrike">
                <a:solidFill>
                  <a:srgbClr val="0000FF"/>
                </a:solidFill>
                <a:latin typeface="Times New Roman"/>
                <a:ea typeface="Times New Roman"/>
                <a:cs typeface="Times New Roman"/>
                <a:sym typeface="Times New Roman"/>
              </a:rPr>
              <a:t>preferably consulting hour/email</a:t>
            </a:r>
            <a:r>
              <a:rPr b="0" i="0" lang="en-US" sz="2000" u="none" cap="none" strike="noStrike">
                <a:solidFill>
                  <a:srgbClr val="0000FF"/>
                </a:solidFill>
                <a:latin typeface="Times New Roman"/>
                <a:ea typeface="Times New Roman"/>
                <a:cs typeface="Times New Roman"/>
                <a:sym typeface="Times New Roman"/>
              </a:rPr>
              <a:t>) the course teacher </a:t>
            </a:r>
            <a:r>
              <a:rPr b="0" i="0" lang="en-US" sz="2000" u="sng" cap="none" strike="noStrike">
                <a:solidFill>
                  <a:srgbClr val="0000FF"/>
                </a:solidFill>
                <a:latin typeface="Times New Roman"/>
                <a:ea typeface="Times New Roman"/>
                <a:cs typeface="Times New Roman"/>
                <a:sym typeface="Times New Roman"/>
              </a:rPr>
              <a:t>for/of any problems/difficulties </a:t>
            </a:r>
            <a:r>
              <a:rPr b="0" i="0" lang="en-US" sz="2000" u="none" cap="none" strike="noStrike">
                <a:solidFill>
                  <a:srgbClr val="0000FF"/>
                </a:solidFill>
                <a:latin typeface="Times New Roman"/>
                <a:ea typeface="Times New Roman"/>
                <a:cs typeface="Times New Roman"/>
                <a:sym typeface="Times New Roman"/>
              </a:rPr>
              <a:t>at the </a:t>
            </a:r>
            <a:r>
              <a:rPr b="0" i="0" lang="en-US" sz="2000" u="sng" cap="none" strike="noStrike">
                <a:solidFill>
                  <a:srgbClr val="0000FF"/>
                </a:solidFill>
                <a:latin typeface="Times New Roman"/>
                <a:ea typeface="Times New Roman"/>
                <a:cs typeface="Times New Roman"/>
                <a:sym typeface="Times New Roman"/>
              </a:rPr>
              <a:t>earliest possible</a:t>
            </a:r>
            <a:r>
              <a:rPr b="0" i="0" lang="en-US" sz="2000" u="none" cap="none" strike="noStrike">
                <a:solidFill>
                  <a:srgbClr val="0000FF"/>
                </a:solidFill>
                <a:latin typeface="Times New Roman"/>
                <a:ea typeface="Times New Roman"/>
                <a:cs typeface="Times New Roman"/>
                <a:sym typeface="Times New Roman"/>
              </a:rPr>
              <a:t>. </a:t>
            </a:r>
            <a:r>
              <a:rPr b="0" i="0" lang="en-US" sz="2000" u="sng" cap="none" strike="noStrike">
                <a:solidFill>
                  <a:srgbClr val="0000FF"/>
                </a:solidFill>
                <a:latin typeface="Times New Roman"/>
                <a:ea typeface="Times New Roman"/>
                <a:cs typeface="Times New Roman"/>
                <a:sym typeface="Times New Roman"/>
              </a:rPr>
              <a:t>Late notification</a:t>
            </a:r>
            <a:r>
              <a:rPr b="0" i="0" lang="en-US" sz="2000" u="none" cap="none" strike="noStrike">
                <a:solidFill>
                  <a:srgbClr val="0000FF"/>
                </a:solidFill>
                <a:latin typeface="Times New Roman"/>
                <a:ea typeface="Times New Roman"/>
                <a:cs typeface="Times New Roman"/>
                <a:sym typeface="Times New Roman"/>
              </a:rPr>
              <a:t> might </a:t>
            </a:r>
            <a:r>
              <a:rPr b="0" i="0" lang="en-US" sz="2000" u="sng" cap="none" strike="noStrike">
                <a:solidFill>
                  <a:srgbClr val="0000FF"/>
                </a:solidFill>
                <a:latin typeface="Times New Roman"/>
                <a:ea typeface="Times New Roman"/>
                <a:cs typeface="Times New Roman"/>
                <a:sym typeface="Times New Roman"/>
              </a:rPr>
              <a:t>not</a:t>
            </a:r>
            <a:r>
              <a:rPr b="0" i="0" lang="en-US" sz="2000" u="none" cap="none" strike="noStrike">
                <a:solidFill>
                  <a:srgbClr val="0000FF"/>
                </a:solidFill>
                <a:latin typeface="Times New Roman"/>
                <a:ea typeface="Times New Roman"/>
                <a:cs typeface="Times New Roman"/>
                <a:sym typeface="Times New Roman"/>
              </a:rPr>
              <a:t> be considered.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Update &amp; correct your email address &amp; phone number at VUES, as the teacher will contact/notify you of anything regarding the course through these information in VUES.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p:txBody>
      </p:sp>
      <p:sp>
        <p:nvSpPr>
          <p:cNvPr id="306" name="Google Shape;306;p1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07" name="Google Shape;307;p15"/>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Contacts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6"/>
          <p:cNvSpPr txBox="1"/>
          <p:nvPr/>
        </p:nvSpPr>
        <p:spPr>
          <a:xfrm>
            <a:off x="270142" y="2053088"/>
            <a:ext cx="8554679" cy="4195312"/>
          </a:xfrm>
          <a:prstGeom prst="rect">
            <a:avLst/>
          </a:prstGeom>
          <a:noFill/>
          <a:ln>
            <a:noFill/>
          </a:ln>
        </p:spPr>
        <p:txBody>
          <a:bodyPr anchorCtr="0" anchor="t" bIns="45700" lIns="91425" spcFirstLastPara="1" rIns="91425" wrap="square" tIns="45700">
            <a:normAutofit/>
          </a:bodyPr>
          <a:lstStyle/>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For any problems that could not be solved/understood during the lecture,  students are advised to contact during the consultation hours and solve the problem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Any kind of dishonesty, plagiarism, misbehavior, misconduct, etc. will not be tolerated. Might result in deduction of marks, ‘F’ grade, or reported to the AIUB Disciplinary Committee for drastic punishment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800"/>
              <a:buFont typeface="Noto Sans Symbols"/>
              <a:buNone/>
            </a:pPr>
            <a:r>
              <a:t/>
            </a:r>
            <a:endParaRPr b="0" i="0" sz="2000" u="none" cap="none" strike="noStrike">
              <a:solidFill>
                <a:srgbClr val="0000FF"/>
              </a:solidFill>
              <a:latin typeface="Times New Roman"/>
              <a:ea typeface="Times New Roman"/>
              <a:cs typeface="Times New Roman"/>
              <a:sym typeface="Times New Roman"/>
            </a:endParaRPr>
          </a:p>
          <a:p>
            <a:pPr indent="-114300" lvl="0" marL="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Always check/visit the AIUB home page for notices, rules &amp; regulations of academic/university policies and important announcement for deadlines (Course drop, Exam permit, Exam Schedule, etc.).</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A5A5A5"/>
              </a:buClr>
              <a:buSzPts val="1620"/>
              <a:buFont typeface="Noto Sans Symbols"/>
              <a:buNone/>
            </a:pPr>
            <a:r>
              <a:t/>
            </a:r>
            <a:endParaRPr b="0" i="0" sz="1800" u="none" cap="none" strike="noStrike">
              <a:solidFill>
                <a:srgbClr val="0000FF"/>
              </a:solidFill>
              <a:latin typeface="Times New Roman"/>
              <a:ea typeface="Times New Roman"/>
              <a:cs typeface="Times New Roman"/>
              <a:sym typeface="Times New Roman"/>
            </a:endParaRPr>
          </a:p>
        </p:txBody>
      </p:sp>
      <p:sp>
        <p:nvSpPr>
          <p:cNvPr id="313" name="Google Shape;313;p1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14" name="Google Shape;314;p16"/>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Finally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7"/>
          <p:cNvSpPr txBox="1"/>
          <p:nvPr/>
        </p:nvSpPr>
        <p:spPr>
          <a:xfrm>
            <a:off x="293298" y="2096084"/>
            <a:ext cx="8531525" cy="3819807"/>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Representing information in computers, Binary Number Systems, Conversions.</a:t>
            </a:r>
            <a:endParaRPr b="0" i="0" sz="1400" u="none" cap="none" strike="noStrike">
              <a:solidFill>
                <a:srgbClr val="000000"/>
              </a:solidFill>
              <a:latin typeface="Arial"/>
              <a:ea typeface="Arial"/>
              <a:cs typeface="Arial"/>
              <a:sym typeface="Arial"/>
            </a:endParaRPr>
          </a:p>
          <a:p>
            <a:pPr indent="-226314" lvl="0" marL="342900" marR="0" rtl="0" algn="just">
              <a:lnSpc>
                <a:spcPct val="100000"/>
              </a:lnSpc>
              <a:spcBef>
                <a:spcPts val="0"/>
              </a:spcBef>
              <a:spcAft>
                <a:spcPts val="0"/>
              </a:spcAft>
              <a:buClr>
                <a:srgbClr val="A5A5A5"/>
              </a:buClr>
              <a:buSzPct val="900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Programming Languages (C/C++/</a:t>
            </a:r>
            <a:r>
              <a:rPr b="1" i="0" lang="en-US" sz="2400" u="none" cap="none" strike="noStrike">
                <a:solidFill>
                  <a:srgbClr val="0000FF"/>
                </a:solidFill>
                <a:latin typeface="Times New Roman"/>
                <a:ea typeface="Times New Roman"/>
                <a:cs typeface="Times New Roman"/>
                <a:sym typeface="Times New Roman"/>
              </a:rPr>
              <a:t>Python</a:t>
            </a:r>
            <a:r>
              <a:rPr b="0" i="0" lang="en-US" sz="2400" u="none" cap="none" strike="noStrike">
                <a:solidFill>
                  <a:srgbClr val="0000FF"/>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226314" lvl="0" marL="342900" marR="0" rtl="0" algn="just">
              <a:lnSpc>
                <a:spcPct val="100000"/>
              </a:lnSpc>
              <a:spcBef>
                <a:spcPts val="0"/>
              </a:spcBef>
              <a:spcAft>
                <a:spcPts val="0"/>
              </a:spcAft>
              <a:buClr>
                <a:srgbClr val="A5A5A5"/>
              </a:buClr>
              <a:buSzPct val="900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Using C/C++/</a:t>
            </a:r>
            <a:r>
              <a:rPr b="1" i="0" lang="en-US" sz="2400" u="none" cap="none" strike="noStrike">
                <a:solidFill>
                  <a:srgbClr val="0000FF"/>
                </a:solidFill>
                <a:latin typeface="Times New Roman"/>
                <a:ea typeface="Times New Roman"/>
                <a:cs typeface="Times New Roman"/>
                <a:sym typeface="Times New Roman"/>
              </a:rPr>
              <a:t>Python</a:t>
            </a:r>
            <a:r>
              <a:rPr b="0" i="0" lang="en-US" sz="2400" u="none" cap="none" strike="noStrike">
                <a:solidFill>
                  <a:srgbClr val="0000FF"/>
                </a:solidFill>
                <a:latin typeface="Times New Roman"/>
                <a:ea typeface="Times New Roman"/>
                <a:cs typeface="Times New Roman"/>
                <a:sym typeface="Times New Roman"/>
              </a:rPr>
              <a:t> editors, debugging (</a:t>
            </a:r>
            <a:r>
              <a:rPr b="1" i="0" lang="en-US" sz="2400" u="none" cap="none" strike="noStrike">
                <a:solidFill>
                  <a:srgbClr val="0000FF"/>
                </a:solidFill>
                <a:latin typeface="Times New Roman"/>
                <a:ea typeface="Times New Roman"/>
                <a:cs typeface="Times New Roman"/>
                <a:sym typeface="Times New Roman"/>
              </a:rPr>
              <a:t>Colab</a:t>
            </a:r>
            <a:r>
              <a:rPr b="0" i="0" lang="en-US" sz="2400" u="none" cap="none" strike="noStrike">
                <a:solidFill>
                  <a:srgbClr val="0000FF"/>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226314" lvl="0" marL="342900" marR="0" rtl="0" algn="just">
              <a:lnSpc>
                <a:spcPct val="100000"/>
              </a:lnSpc>
              <a:spcBef>
                <a:spcPts val="0"/>
              </a:spcBef>
              <a:spcAft>
                <a:spcPts val="0"/>
              </a:spcAft>
              <a:buClr>
                <a:srgbClr val="A5A5A5"/>
              </a:buClr>
              <a:buSzPct val="900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Data Storage Concept &amp; Data types in Programming languages, </a:t>
            </a:r>
            <a:endParaRPr b="0" i="0" sz="1400" u="none" cap="none" strike="noStrike">
              <a:solidFill>
                <a:srgbClr val="000000"/>
              </a:solidFill>
              <a:latin typeface="Arial"/>
              <a:ea typeface="Arial"/>
              <a:cs typeface="Arial"/>
              <a:sym typeface="Arial"/>
            </a:endParaRPr>
          </a:p>
          <a:p>
            <a:pPr indent="-226314" lvl="0" marL="342900" marR="0" rtl="0" algn="just">
              <a:lnSpc>
                <a:spcPct val="100000"/>
              </a:lnSpc>
              <a:spcBef>
                <a:spcPts val="0"/>
              </a:spcBef>
              <a:spcAft>
                <a:spcPts val="0"/>
              </a:spcAft>
              <a:buClr>
                <a:srgbClr val="A5A5A5"/>
              </a:buClr>
              <a:buSzPct val="900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Variable, Array (single &amp; multidimensional), String, List, Dictionaries</a:t>
            </a:r>
            <a:endParaRPr b="0" i="0" sz="1400" u="none" cap="none" strike="noStrike">
              <a:solidFill>
                <a:srgbClr val="000000"/>
              </a:solidFill>
              <a:latin typeface="Arial"/>
              <a:ea typeface="Arial"/>
              <a:cs typeface="Arial"/>
              <a:sym typeface="Arial"/>
            </a:endParaRPr>
          </a:p>
          <a:p>
            <a:pPr indent="-226314" lvl="0" marL="342900" marR="0" rtl="0" algn="just">
              <a:lnSpc>
                <a:spcPct val="100000"/>
              </a:lnSpc>
              <a:spcBef>
                <a:spcPts val="0"/>
              </a:spcBef>
              <a:spcAft>
                <a:spcPts val="0"/>
              </a:spcAft>
              <a:buClr>
                <a:srgbClr val="A5A5A5"/>
              </a:buClr>
              <a:buSzPct val="900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Functions, Scope of variable &amp; function</a:t>
            </a:r>
            <a:endParaRPr b="0" i="0" sz="1400" u="none" cap="none" strike="noStrike">
              <a:solidFill>
                <a:srgbClr val="000000"/>
              </a:solidFill>
              <a:latin typeface="Arial"/>
              <a:ea typeface="Arial"/>
              <a:cs typeface="Arial"/>
              <a:sym typeface="Arial"/>
            </a:endParaRPr>
          </a:p>
          <a:p>
            <a:pPr indent="-226314" lvl="0" marL="342900" marR="0" rtl="0" algn="just">
              <a:lnSpc>
                <a:spcPct val="100000"/>
              </a:lnSpc>
              <a:spcBef>
                <a:spcPts val="0"/>
              </a:spcBef>
              <a:spcAft>
                <a:spcPts val="0"/>
              </a:spcAft>
              <a:buClr>
                <a:srgbClr val="A5A5A5"/>
              </a:buClr>
              <a:buSzPct val="90000"/>
              <a:buFont typeface="Arial"/>
              <a:buNone/>
            </a:pPr>
            <a:r>
              <a:t/>
            </a:r>
            <a:endParaRPr b="0" i="0" sz="2400" u="none" cap="none" strike="noStrike">
              <a:solidFill>
                <a:srgbClr val="0000FF"/>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A5A5A5"/>
              </a:buClr>
              <a:buSzPct val="90000"/>
              <a:buFont typeface="Noto Sans Symbols"/>
              <a:buChar char="✔"/>
            </a:pPr>
            <a:r>
              <a:rPr b="0" i="0" lang="en-US" sz="2400" u="none" cap="none" strike="noStrike">
                <a:solidFill>
                  <a:srgbClr val="0000FF"/>
                </a:solidFill>
                <a:latin typeface="Times New Roman"/>
                <a:ea typeface="Times New Roman"/>
                <a:cs typeface="Times New Roman"/>
                <a:sym typeface="Times New Roman"/>
              </a:rPr>
              <a:t>Design and Analysis of Algorithms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ct val="90000"/>
              <a:buFont typeface="Noto Sans Symbols"/>
              <a:buNone/>
            </a:pPr>
            <a:r>
              <a:t/>
            </a:r>
            <a:endParaRPr b="0" i="0" sz="24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A5A5A5"/>
              </a:buClr>
              <a:buSzPct val="90000"/>
              <a:buFont typeface="Noto Sans Symbols"/>
              <a:buNone/>
            </a:pPr>
            <a:r>
              <a:t/>
            </a:r>
            <a:endParaRPr b="0" i="0" sz="2400" u="none" cap="none" strike="noStrike">
              <a:solidFill>
                <a:schemeClr val="dk1"/>
              </a:solidFill>
              <a:latin typeface="Calibri"/>
              <a:ea typeface="Calibri"/>
              <a:cs typeface="Calibri"/>
              <a:sym typeface="Calibri"/>
            </a:endParaRPr>
          </a:p>
        </p:txBody>
      </p:sp>
      <p:sp>
        <p:nvSpPr>
          <p:cNvPr id="320" name="Google Shape;320;p1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21" name="Google Shape;321;p17"/>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Course Prerequisite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8"/>
          <p:cNvSpPr txBox="1"/>
          <p:nvPr/>
        </p:nvSpPr>
        <p:spPr>
          <a:xfrm>
            <a:off x="284672" y="2051435"/>
            <a:ext cx="8522898" cy="4399671"/>
          </a:xfrm>
          <a:prstGeom prst="rect">
            <a:avLst/>
          </a:prstGeom>
          <a:noFill/>
          <a:ln>
            <a:noFill/>
          </a:ln>
        </p:spPr>
        <p:txBody>
          <a:bodyPr anchorCtr="0" anchor="t" bIns="45700" lIns="91425" spcFirstLastPara="1" rIns="91425" wrap="square" tIns="45700">
            <a:normAutofit/>
          </a:bodyPr>
          <a:lstStyle/>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Get an overview of artificial intelligence (AI) principles and approaches.</a:t>
            </a:r>
            <a:endParaRPr b="0" i="0" sz="1400" u="none" cap="none" strike="noStrike">
              <a:solidFill>
                <a:srgbClr val="000000"/>
              </a:solidFill>
              <a:latin typeface="Arial"/>
              <a:ea typeface="Arial"/>
              <a:cs typeface="Arial"/>
              <a:sym typeface="Arial"/>
            </a:endParaRPr>
          </a:p>
          <a:p>
            <a:pPr indent="-342900" lvl="0" marL="457200" marR="0" rtl="0" algn="just">
              <a:lnSpc>
                <a:spcPct val="100000"/>
              </a:lnSpc>
              <a:spcBef>
                <a:spcPts val="0"/>
              </a:spcBef>
              <a:spcAft>
                <a:spcPts val="0"/>
              </a:spcAft>
              <a:buClr>
                <a:srgbClr val="A5A5A5"/>
              </a:buClr>
              <a:buSzPts val="1800"/>
              <a:buFont typeface="Arial"/>
              <a:buNone/>
            </a:pPr>
            <a:r>
              <a:t/>
            </a:r>
            <a:endParaRPr b="0" i="0" sz="2000" u="none" cap="none" strike="noStrike">
              <a:solidFill>
                <a:srgbClr val="0000FF"/>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Develop a basic understanding of the building blocks of AI as presented in terms of intelligent agents: Search, Knowledge representation, inference, logic, learning.</a:t>
            </a:r>
            <a:endParaRPr b="0" i="0" sz="1400" u="none" cap="none" strike="noStrike">
              <a:solidFill>
                <a:srgbClr val="000000"/>
              </a:solidFill>
              <a:latin typeface="Arial"/>
              <a:ea typeface="Arial"/>
              <a:cs typeface="Arial"/>
              <a:sym typeface="Arial"/>
            </a:endParaRPr>
          </a:p>
          <a:p>
            <a:pPr indent="-342900" lvl="0" marL="457200" marR="0" rtl="0" algn="just">
              <a:lnSpc>
                <a:spcPct val="100000"/>
              </a:lnSpc>
              <a:spcBef>
                <a:spcPts val="0"/>
              </a:spcBef>
              <a:spcAft>
                <a:spcPts val="0"/>
              </a:spcAft>
              <a:buClr>
                <a:srgbClr val="A5A5A5"/>
              </a:buClr>
              <a:buSzPts val="1800"/>
              <a:buFont typeface="Arial"/>
              <a:buNone/>
            </a:pPr>
            <a:r>
              <a:t/>
            </a:r>
            <a:endParaRPr b="0" i="0" sz="2000" u="none" cap="none" strike="noStrike">
              <a:solidFill>
                <a:srgbClr val="0000FF"/>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Develop a brief overview of AI applications: Expert Systems and Planners.</a:t>
            </a:r>
            <a:endParaRPr b="0" i="0" sz="1400" u="none" cap="none" strike="noStrike">
              <a:solidFill>
                <a:srgbClr val="000000"/>
              </a:solidFill>
              <a:latin typeface="Arial"/>
              <a:ea typeface="Arial"/>
              <a:cs typeface="Arial"/>
              <a:sym typeface="Arial"/>
            </a:endParaRPr>
          </a:p>
          <a:p>
            <a:pPr indent="-342900" lvl="0" marL="457200" marR="0" rtl="0" algn="just">
              <a:lnSpc>
                <a:spcPct val="100000"/>
              </a:lnSpc>
              <a:spcBef>
                <a:spcPts val="0"/>
              </a:spcBef>
              <a:spcAft>
                <a:spcPts val="0"/>
              </a:spcAft>
              <a:buClr>
                <a:srgbClr val="A5A5A5"/>
              </a:buClr>
              <a:buSzPts val="1800"/>
              <a:buFont typeface="Arial"/>
              <a:buNone/>
            </a:pPr>
            <a:r>
              <a:t/>
            </a:r>
            <a:endParaRPr b="0" i="0" sz="2000" u="none" cap="none" strike="noStrike">
              <a:solidFill>
                <a:srgbClr val="0000FF"/>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Follow AI literature with the ability to go on to independent work in the field</a:t>
            </a: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A5A5A5"/>
              </a:buClr>
              <a:buSzPts val="1260"/>
              <a:buFont typeface="Noto Sans Symbols"/>
              <a:buNone/>
            </a:pPr>
            <a:r>
              <a:t/>
            </a:r>
            <a:endParaRPr b="0" i="0" sz="1400" u="none" cap="none" strike="noStrike">
              <a:solidFill>
                <a:schemeClr val="dk1"/>
              </a:solidFill>
              <a:latin typeface="Calibri"/>
              <a:ea typeface="Calibri"/>
              <a:cs typeface="Calibri"/>
              <a:sym typeface="Calibri"/>
            </a:endParaRPr>
          </a:p>
        </p:txBody>
      </p:sp>
      <p:sp>
        <p:nvSpPr>
          <p:cNvPr id="327" name="Google Shape;327;p1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28" name="Google Shape;328;p18"/>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Course Objective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9"/>
          <p:cNvSpPr txBox="1"/>
          <p:nvPr/>
        </p:nvSpPr>
        <p:spPr>
          <a:xfrm>
            <a:off x="300577" y="2062912"/>
            <a:ext cx="8524246" cy="4068121"/>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Studying artificial intelligence opens a world of opportunities</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At a basic level, you’ll better understand the systems and tools that you interact with daily. And if you stick with the subject and study more, you can help create cutting edge AI applications, like the Google Self Driving Car, or IBM’s Watson</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In the field of artificial intelligence, the possibilities are truly endless</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Studying AI now can prepare you for a job as a researching neural networks, human-machine interfaces, and quantum artificial intelligence.</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Or you could work as a software engineer in industry working for companies like Amazon to shopping list recommendation engines or Facebook analyzing and processing big data.</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A5A5A5"/>
              </a:buClr>
              <a:buSzPts val="1800"/>
              <a:buFont typeface="Noto Sans Symbols"/>
              <a:buChar char="✔"/>
            </a:pPr>
            <a:r>
              <a:rPr b="0" i="0" lang="en-US" sz="2000" u="none" cap="none" strike="noStrike">
                <a:solidFill>
                  <a:srgbClr val="0000FF"/>
                </a:solidFill>
                <a:latin typeface="Times New Roman"/>
                <a:ea typeface="Times New Roman"/>
                <a:cs typeface="Times New Roman"/>
                <a:sym typeface="Times New Roman"/>
              </a:rPr>
              <a:t>You could also work as a hardware engineer developing electronic parking assistants or home assistant robots</a:t>
            </a:r>
            <a:endParaRPr b="0" i="0" sz="1400" u="none" cap="none" strike="noStrike">
              <a:solidFill>
                <a:srgbClr val="000000"/>
              </a:solidFill>
              <a:latin typeface="Arial"/>
              <a:ea typeface="Arial"/>
              <a:cs typeface="Arial"/>
              <a:sym typeface="Arial"/>
            </a:endParaRPr>
          </a:p>
        </p:txBody>
      </p:sp>
      <p:sp>
        <p:nvSpPr>
          <p:cNvPr id="334" name="Google Shape;334;p1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35" name="Google Shape;335;p19"/>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Importance of the course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0"/>
          <p:cNvSpPr txBox="1"/>
          <p:nvPr/>
        </p:nvSpPr>
        <p:spPr>
          <a:xfrm>
            <a:off x="277402" y="2041392"/>
            <a:ext cx="8578922" cy="4180449"/>
          </a:xfrm>
          <a:prstGeom prst="rect">
            <a:avLst/>
          </a:prstGeom>
          <a:noFill/>
          <a:ln>
            <a:noFill/>
          </a:ln>
        </p:spPr>
        <p:txBody>
          <a:bodyPr anchorCtr="0" anchor="t" bIns="45700" lIns="91425" spcFirstLastPara="1" rIns="91425" wrap="square" tIns="45700">
            <a:noAutofit/>
          </a:bodyPr>
          <a:lstStyle/>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Introduction to  Artificial Intelligence</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Intelligent Agent</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Problem Solving, Search and Control Strategies</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Knowledge Representation Issues, Predicate Logic, Rules</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Reasoning System: Symbolic, Statistical</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Learning Systems</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Expert System</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Neural Networks: Fundamental </a:t>
            </a:r>
            <a:endParaRPr b="0" i="0" sz="2600" u="none" cap="none" strike="noStrike">
              <a:solidFill>
                <a:srgbClr val="000000"/>
              </a:solidFill>
              <a:latin typeface="Arial"/>
              <a:ea typeface="Arial"/>
              <a:cs typeface="Arial"/>
              <a:sym typeface="Arial"/>
            </a:endParaRPr>
          </a:p>
          <a:p>
            <a:pPr indent="-370840" lvl="0" marL="342900" marR="0" rtl="0" algn="l">
              <a:lnSpc>
                <a:spcPct val="100000"/>
              </a:lnSpc>
              <a:spcBef>
                <a:spcPts val="0"/>
              </a:spcBef>
              <a:spcAft>
                <a:spcPts val="0"/>
              </a:spcAft>
              <a:buClr>
                <a:srgbClr val="A5A5A5"/>
              </a:buClr>
              <a:buSzPts val="2600"/>
              <a:buFont typeface="Noto Sans Symbols"/>
              <a:buChar char="✔"/>
            </a:pPr>
            <a:r>
              <a:rPr b="0" i="0" lang="en-US" sz="2600" u="none" cap="none" strike="noStrike">
                <a:solidFill>
                  <a:srgbClr val="0000FF"/>
                </a:solidFill>
                <a:latin typeface="Times New Roman"/>
                <a:ea typeface="Times New Roman"/>
                <a:cs typeface="Times New Roman"/>
                <a:sym typeface="Times New Roman"/>
              </a:rPr>
              <a:t>Genetic Algorithms: Fundamental</a:t>
            </a:r>
            <a:endParaRPr sz="2600">
              <a:solidFill>
                <a:srgbClr val="0000FF"/>
              </a:solidFill>
              <a:latin typeface="Times New Roman"/>
              <a:ea typeface="Times New Roman"/>
              <a:cs typeface="Times New Roman"/>
              <a:sym typeface="Times New Roman"/>
            </a:endParaRPr>
          </a:p>
        </p:txBody>
      </p:sp>
      <p:sp>
        <p:nvSpPr>
          <p:cNvPr id="341" name="Google Shape;341;p2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42" name="Google Shape;342;p20"/>
          <p:cNvSpPr txBox="1"/>
          <p:nvPr/>
        </p:nvSpPr>
        <p:spPr>
          <a:xfrm>
            <a:off x="421341" y="472613"/>
            <a:ext cx="7808976" cy="807677"/>
          </a:xfrm>
          <a:prstGeom prst="rect">
            <a:avLst/>
          </a:prstGeom>
          <a:noFill/>
          <a:ln>
            <a:noFill/>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000" u="none" cap="none" strike="noStrike">
                <a:solidFill>
                  <a:srgbClr val="0000FF"/>
                </a:solidFill>
                <a:highlight>
                  <a:srgbClr val="FFFF00"/>
                </a:highlight>
                <a:latin typeface="Times New Roman"/>
                <a:ea typeface="Times New Roman"/>
                <a:cs typeface="Times New Roman"/>
                <a:sym typeface="Times New Roman"/>
              </a:rPr>
              <a:t>Course Content </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3"/>
          <p:cNvSpPr txBox="1"/>
          <p:nvPr>
            <p:ph idx="1" type="body"/>
          </p:nvPr>
        </p:nvSpPr>
        <p:spPr>
          <a:xfrm>
            <a:off x="284163" y="1719552"/>
            <a:ext cx="8574087" cy="50090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20"/>
              <a:buNone/>
            </a:pPr>
            <a:r>
              <a:t/>
            </a:r>
            <a:endParaRPr sz="7600">
              <a:solidFill>
                <a:srgbClr val="0000FF"/>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620"/>
              <a:buNone/>
            </a:pPr>
            <a:r>
              <a:rPr lang="en-US" sz="7600">
                <a:solidFill>
                  <a:srgbClr val="C00000"/>
                </a:solidFill>
                <a:latin typeface="Times New Roman"/>
                <a:ea typeface="Times New Roman"/>
                <a:cs typeface="Times New Roman"/>
                <a:sym typeface="Times New Roman"/>
              </a:rPr>
              <a:t>“Can Machine think”</a:t>
            </a:r>
            <a:endParaRPr sz="7600">
              <a:solidFill>
                <a:srgbClr val="C00000"/>
              </a:solidFill>
              <a:latin typeface="Times New Roman"/>
              <a:ea typeface="Times New Roman"/>
              <a:cs typeface="Times New Roman"/>
              <a:sym typeface="Times New Roman"/>
            </a:endParaRPr>
          </a:p>
          <a:p>
            <a:pPr indent="-316865" lvl="0" marL="454025" rtl="0" algn="just">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a:p>
            <a:pPr indent="-316865" lvl="0" marL="454025" rtl="0" algn="just">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a:p>
            <a:pPr indent="-316865" lvl="0" marL="454025" rtl="0" algn="just">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a:p>
            <a:pPr indent="-339725" lvl="0" marL="454025" rtl="0" algn="just">
              <a:lnSpc>
                <a:spcPct val="100000"/>
              </a:lnSpc>
              <a:spcBef>
                <a:spcPts val="0"/>
              </a:spcBef>
              <a:spcAft>
                <a:spcPts val="0"/>
              </a:spcAft>
              <a:buSzPts val="1800"/>
              <a:buFont typeface="Noto Sans Symbols"/>
              <a:buNone/>
            </a:pPr>
            <a:r>
              <a:t/>
            </a:r>
            <a:endParaRPr sz="2000">
              <a:solidFill>
                <a:srgbClr val="0000FF"/>
              </a:solidFill>
              <a:latin typeface="Times New Roman"/>
              <a:ea typeface="Times New Roman"/>
              <a:cs typeface="Times New Roman"/>
              <a:sym typeface="Times New Roman"/>
            </a:endParaRPr>
          </a:p>
          <a:p>
            <a:pPr indent="-339725" lvl="0" marL="454025" rtl="0" algn="just">
              <a:lnSpc>
                <a:spcPct val="100000"/>
              </a:lnSpc>
              <a:spcBef>
                <a:spcPts val="0"/>
              </a:spcBef>
              <a:spcAft>
                <a:spcPts val="0"/>
              </a:spcAft>
              <a:buSzPts val="1800"/>
              <a:buFont typeface="Noto Sans Symbols"/>
              <a:buNone/>
            </a:pPr>
            <a:r>
              <a:t/>
            </a:r>
            <a:endParaRPr sz="2000">
              <a:solidFill>
                <a:srgbClr val="0000FF"/>
              </a:solidFill>
              <a:latin typeface="Times New Roman"/>
              <a:ea typeface="Times New Roman"/>
              <a:cs typeface="Times New Roman"/>
              <a:sym typeface="Times New Roman"/>
            </a:endParaRPr>
          </a:p>
          <a:p>
            <a:pPr indent="-339725" lvl="0" marL="454025" rtl="0" algn="just">
              <a:lnSpc>
                <a:spcPct val="100000"/>
              </a:lnSpc>
              <a:spcBef>
                <a:spcPts val="0"/>
              </a:spcBef>
              <a:spcAft>
                <a:spcPts val="0"/>
              </a:spcAft>
              <a:buSzPts val="1800"/>
              <a:buFont typeface="Noto Sans Symbols"/>
              <a:buNone/>
            </a:pPr>
            <a:r>
              <a:t/>
            </a:r>
            <a:endParaRPr sz="2000">
              <a:solidFill>
                <a:srgbClr val="0000FF"/>
              </a:solidFill>
              <a:latin typeface="Times New Roman"/>
              <a:ea typeface="Times New Roman"/>
              <a:cs typeface="Times New Roman"/>
              <a:sym typeface="Times New Roman"/>
            </a:endParaRPr>
          </a:p>
          <a:p>
            <a:pPr indent="-454025" lvl="0" marL="454025" rtl="0" algn="just">
              <a:lnSpc>
                <a:spcPct val="100000"/>
              </a:lnSpc>
              <a:spcBef>
                <a:spcPts val="0"/>
              </a:spcBef>
              <a:spcAft>
                <a:spcPts val="0"/>
              </a:spcAft>
              <a:buSzPts val="1800"/>
              <a:buFont typeface="Noto Sans Symbols"/>
              <a:buChar char="⮚"/>
            </a:pPr>
            <a:r>
              <a:t/>
            </a:r>
            <a:endParaRPr/>
          </a:p>
        </p:txBody>
      </p:sp>
      <p:sp>
        <p:nvSpPr>
          <p:cNvPr id="348" name="Google Shape;348;p2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49" name="Google Shape;349;p23"/>
          <p:cNvSpPr txBox="1"/>
          <p:nvPr/>
        </p:nvSpPr>
        <p:spPr>
          <a:xfrm>
            <a:off x="301415" y="472612"/>
            <a:ext cx="6651476" cy="807677"/>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What is Artificial Intelligence ?</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55" name="Google Shape;355;p22"/>
          <p:cNvSpPr txBox="1"/>
          <p:nvPr/>
        </p:nvSpPr>
        <p:spPr>
          <a:xfrm>
            <a:off x="301415" y="472612"/>
            <a:ext cx="6651476" cy="807677"/>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What is Artificial Intelligence ?</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4000" u="none" cap="none" strike="noStrike">
              <a:solidFill>
                <a:srgbClr val="000000"/>
              </a:solidFill>
              <a:latin typeface="Arial"/>
              <a:ea typeface="Arial"/>
              <a:cs typeface="Arial"/>
              <a:sym typeface="Arial"/>
            </a:endParaRPr>
          </a:p>
        </p:txBody>
      </p:sp>
      <p:sp>
        <p:nvSpPr>
          <p:cNvPr id="356" name="Google Shape;356;p22"/>
          <p:cNvSpPr txBox="1"/>
          <p:nvPr>
            <p:ph idx="1" type="body"/>
          </p:nvPr>
        </p:nvSpPr>
        <p:spPr>
          <a:xfrm>
            <a:off x="284163" y="1719552"/>
            <a:ext cx="8574087" cy="4707127"/>
          </a:xfrm>
          <a:prstGeom prst="rect">
            <a:avLst/>
          </a:prstGeom>
          <a:noFill/>
          <a:ln>
            <a:noFill/>
          </a:ln>
        </p:spPr>
        <p:txBody>
          <a:bodyPr anchorCtr="0" anchor="t" bIns="45700" lIns="91425" spcFirstLastPara="1" rIns="91425" wrap="square" tIns="45700">
            <a:normAutofit/>
          </a:bodyPr>
          <a:lstStyle/>
          <a:p>
            <a:pPr indent="-454025" lvl="0" marL="454025" rtl="0" algn="just">
              <a:lnSpc>
                <a:spcPct val="100000"/>
              </a:lnSpc>
              <a:spcBef>
                <a:spcPts val="0"/>
              </a:spcBef>
              <a:spcAft>
                <a:spcPts val="0"/>
              </a:spcAft>
              <a:buSzPts val="2160"/>
              <a:buFont typeface="Noto Sans Symbols"/>
              <a:buChar char="⮚"/>
            </a:pPr>
            <a:r>
              <a:rPr lang="en-US">
                <a:solidFill>
                  <a:srgbClr val="0000FF"/>
                </a:solidFill>
                <a:latin typeface="Times New Roman"/>
                <a:ea typeface="Times New Roman"/>
                <a:cs typeface="Times New Roman"/>
                <a:sym typeface="Times New Roman"/>
              </a:rPr>
              <a:t>Artificial Intelligence is composed of two words </a:t>
            </a:r>
            <a:endParaRPr/>
          </a:p>
          <a:p>
            <a:pPr indent="-454025" lvl="0" marL="454025" rtl="0" algn="just">
              <a:lnSpc>
                <a:spcPct val="100000"/>
              </a:lnSpc>
              <a:spcBef>
                <a:spcPts val="0"/>
              </a:spcBef>
              <a:spcAft>
                <a:spcPts val="0"/>
              </a:spcAft>
              <a:buSzPts val="2160"/>
              <a:buFont typeface="Noto Sans Symbols"/>
              <a:buChar char="⮚"/>
            </a:pPr>
            <a:r>
              <a:rPr lang="en-US">
                <a:solidFill>
                  <a:schemeClr val="dk1"/>
                </a:solidFill>
                <a:latin typeface="Times New Roman"/>
                <a:ea typeface="Times New Roman"/>
                <a:cs typeface="Times New Roman"/>
                <a:sym typeface="Times New Roman"/>
              </a:rPr>
              <a:t>Artificial</a:t>
            </a:r>
            <a:r>
              <a:rPr lang="en-US">
                <a:solidFill>
                  <a:srgbClr val="0000FF"/>
                </a:solidFill>
                <a:latin typeface="Times New Roman"/>
                <a:ea typeface="Times New Roman"/>
                <a:cs typeface="Times New Roman"/>
                <a:sym typeface="Times New Roman"/>
              </a:rPr>
              <a:t> and </a:t>
            </a:r>
            <a:r>
              <a:rPr lang="en-US">
                <a:solidFill>
                  <a:schemeClr val="dk1"/>
                </a:solidFill>
                <a:latin typeface="Times New Roman"/>
                <a:ea typeface="Times New Roman"/>
                <a:cs typeface="Times New Roman"/>
                <a:sym typeface="Times New Roman"/>
              </a:rPr>
              <a:t>Intelligence</a:t>
            </a:r>
            <a:endParaRPr/>
          </a:p>
          <a:p>
            <a:pPr indent="-454025" lvl="0" marL="454025" rtl="0" algn="just">
              <a:lnSpc>
                <a:spcPct val="100000"/>
              </a:lnSpc>
              <a:spcBef>
                <a:spcPts val="0"/>
              </a:spcBef>
              <a:spcAft>
                <a:spcPts val="0"/>
              </a:spcAft>
              <a:buSzPts val="2160"/>
              <a:buFont typeface="Noto Sans Symbols"/>
              <a:buChar char="⮚"/>
            </a:pPr>
            <a:r>
              <a:rPr lang="en-US">
                <a:solidFill>
                  <a:srgbClr val="0000FF"/>
                </a:solidFill>
                <a:latin typeface="Times New Roman"/>
                <a:ea typeface="Times New Roman"/>
                <a:cs typeface="Times New Roman"/>
                <a:sym typeface="Times New Roman"/>
              </a:rPr>
              <a:t>where </a:t>
            </a:r>
            <a:r>
              <a:rPr lang="en-US">
                <a:solidFill>
                  <a:schemeClr val="dk1"/>
                </a:solidFill>
                <a:latin typeface="Times New Roman"/>
                <a:ea typeface="Times New Roman"/>
                <a:cs typeface="Times New Roman"/>
                <a:sym typeface="Times New Roman"/>
              </a:rPr>
              <a:t>Artificial</a:t>
            </a:r>
            <a:r>
              <a:rPr lang="en-US">
                <a:solidFill>
                  <a:srgbClr val="0000FF"/>
                </a:solidFill>
                <a:latin typeface="Times New Roman"/>
                <a:ea typeface="Times New Roman"/>
                <a:cs typeface="Times New Roman"/>
                <a:sym typeface="Times New Roman"/>
              </a:rPr>
              <a:t> defines </a:t>
            </a:r>
            <a:r>
              <a:rPr i="1" lang="en-US">
                <a:solidFill>
                  <a:srgbClr val="FF0000"/>
                </a:solidFill>
                <a:latin typeface="Times New Roman"/>
                <a:ea typeface="Times New Roman"/>
                <a:cs typeface="Times New Roman"/>
                <a:sym typeface="Times New Roman"/>
              </a:rPr>
              <a:t>"man-made,"</a:t>
            </a:r>
            <a:r>
              <a:rPr lang="en-US">
                <a:solidFill>
                  <a:srgbClr val="0000FF"/>
                </a:solidFill>
                <a:latin typeface="Times New Roman"/>
                <a:ea typeface="Times New Roman"/>
                <a:cs typeface="Times New Roman"/>
                <a:sym typeface="Times New Roman"/>
              </a:rPr>
              <a:t> and </a:t>
            </a:r>
            <a:endParaRPr/>
          </a:p>
          <a:p>
            <a:pPr indent="-454025" lvl="0" marL="454025" rtl="0" algn="just">
              <a:lnSpc>
                <a:spcPct val="100000"/>
              </a:lnSpc>
              <a:spcBef>
                <a:spcPts val="0"/>
              </a:spcBef>
              <a:spcAft>
                <a:spcPts val="0"/>
              </a:spcAft>
              <a:buSzPts val="2160"/>
              <a:buFont typeface="Noto Sans Symbols"/>
              <a:buChar char="⮚"/>
            </a:pPr>
            <a:r>
              <a:rPr lang="en-US">
                <a:solidFill>
                  <a:schemeClr val="dk1"/>
                </a:solidFill>
                <a:latin typeface="Times New Roman"/>
                <a:ea typeface="Times New Roman"/>
                <a:cs typeface="Times New Roman"/>
                <a:sym typeface="Times New Roman"/>
              </a:rPr>
              <a:t>intelligence</a:t>
            </a:r>
            <a:r>
              <a:rPr lang="en-US">
                <a:solidFill>
                  <a:srgbClr val="0000FF"/>
                </a:solidFill>
                <a:latin typeface="Times New Roman"/>
                <a:ea typeface="Times New Roman"/>
                <a:cs typeface="Times New Roman"/>
                <a:sym typeface="Times New Roman"/>
              </a:rPr>
              <a:t> defines </a:t>
            </a:r>
            <a:r>
              <a:rPr i="1" lang="en-US">
                <a:solidFill>
                  <a:srgbClr val="FF0000"/>
                </a:solidFill>
                <a:latin typeface="Times New Roman"/>
                <a:ea typeface="Times New Roman"/>
                <a:cs typeface="Times New Roman"/>
                <a:sym typeface="Times New Roman"/>
              </a:rPr>
              <a:t>"thinking power“</a:t>
            </a:r>
            <a:endParaRPr/>
          </a:p>
          <a:p>
            <a:pPr indent="-454025" lvl="0" marL="454025" rtl="0" algn="just">
              <a:lnSpc>
                <a:spcPct val="100000"/>
              </a:lnSpc>
              <a:spcBef>
                <a:spcPts val="0"/>
              </a:spcBef>
              <a:spcAft>
                <a:spcPts val="0"/>
              </a:spcAft>
              <a:buSzPts val="2160"/>
              <a:buFont typeface="Noto Sans Symbols"/>
              <a:buChar char="⮚"/>
            </a:pPr>
            <a:r>
              <a:rPr lang="en-US">
                <a:solidFill>
                  <a:srgbClr val="0000FF"/>
                </a:solidFill>
                <a:latin typeface="Times New Roman"/>
                <a:ea typeface="Times New Roman"/>
                <a:cs typeface="Times New Roman"/>
                <a:sym typeface="Times New Roman"/>
              </a:rPr>
              <a:t>Hence AI means </a:t>
            </a:r>
            <a:r>
              <a:rPr i="1" lang="en-US">
                <a:solidFill>
                  <a:srgbClr val="FF0000"/>
                </a:solidFill>
                <a:latin typeface="Times New Roman"/>
                <a:ea typeface="Times New Roman"/>
                <a:cs typeface="Times New Roman"/>
                <a:sym typeface="Times New Roman"/>
              </a:rPr>
              <a:t>"a man-made thinking </a:t>
            </a:r>
            <a:endParaRPr/>
          </a:p>
          <a:p>
            <a:pPr indent="-316865" lvl="0" marL="454025" rtl="0" algn="just">
              <a:lnSpc>
                <a:spcPct val="100000"/>
              </a:lnSpc>
              <a:spcBef>
                <a:spcPts val="0"/>
              </a:spcBef>
              <a:spcAft>
                <a:spcPts val="0"/>
              </a:spcAft>
              <a:buSzPts val="2160"/>
              <a:buFont typeface="Noto Sans Symbols"/>
              <a:buNone/>
            </a:pPr>
            <a:r>
              <a:t/>
            </a:r>
            <a:endParaRPr i="1">
              <a:solidFill>
                <a:srgbClr val="FF0000"/>
              </a:solidFill>
              <a:latin typeface="Times New Roman"/>
              <a:ea typeface="Times New Roman"/>
              <a:cs typeface="Times New Roman"/>
              <a:sym typeface="Times New Roman"/>
            </a:endParaRPr>
          </a:p>
          <a:p>
            <a:pPr indent="-454025" lvl="0" marL="454025" rtl="0" algn="just">
              <a:lnSpc>
                <a:spcPct val="100000"/>
              </a:lnSpc>
              <a:spcBef>
                <a:spcPts val="0"/>
              </a:spcBef>
              <a:spcAft>
                <a:spcPts val="0"/>
              </a:spcAft>
              <a:buSzPts val="2160"/>
              <a:buFont typeface="Noto Sans Symbols"/>
              <a:buChar char="⮚"/>
            </a:pPr>
            <a:r>
              <a:rPr lang="en-US">
                <a:solidFill>
                  <a:schemeClr val="dk1"/>
                </a:solidFill>
                <a:latin typeface="Times New Roman"/>
                <a:ea typeface="Times New Roman"/>
                <a:cs typeface="Times New Roman"/>
                <a:sym typeface="Times New Roman"/>
              </a:rPr>
              <a:t>So, we can define AI as:</a:t>
            </a:r>
            <a:endParaRPr/>
          </a:p>
          <a:p>
            <a:pPr indent="-457200" lvl="1" marL="914400" rtl="0" algn="just">
              <a:lnSpc>
                <a:spcPct val="100000"/>
              </a:lnSpc>
              <a:spcBef>
                <a:spcPts val="0"/>
              </a:spcBef>
              <a:spcAft>
                <a:spcPts val="0"/>
              </a:spcAft>
              <a:buSzPts val="1890"/>
              <a:buFont typeface="Noto Sans Symbols"/>
              <a:buChar char="⮚"/>
            </a:pPr>
            <a:r>
              <a:rPr lang="en-US" sz="2100">
                <a:solidFill>
                  <a:srgbClr val="FF0000"/>
                </a:solidFill>
                <a:latin typeface="Times New Roman"/>
                <a:ea typeface="Times New Roman"/>
                <a:cs typeface="Times New Roman"/>
                <a:sym typeface="Times New Roman"/>
              </a:rPr>
              <a:t>"It is a branch of computer science by which we can create intelligent machines which can behave like a human, think like humans, and able to make decisions." </a:t>
            </a:r>
            <a:r>
              <a:rPr i="1" lang="en-US" sz="2100">
                <a:solidFill>
                  <a:srgbClr val="FF0000"/>
                </a:solidFill>
                <a:latin typeface="Times New Roman"/>
                <a:ea typeface="Times New Roman"/>
                <a:cs typeface="Times New Roman"/>
                <a:sym typeface="Times New Roman"/>
              </a:rPr>
              <a:t>power.“</a:t>
            </a:r>
            <a:endParaRPr/>
          </a:p>
          <a:p>
            <a:pPr indent="-457200" lvl="1" marL="914400" rtl="0" algn="just">
              <a:lnSpc>
                <a:spcPct val="100000"/>
              </a:lnSpc>
              <a:spcBef>
                <a:spcPts val="0"/>
              </a:spcBef>
              <a:spcAft>
                <a:spcPts val="0"/>
              </a:spcAft>
              <a:buSzPts val="1890"/>
              <a:buFont typeface="Noto Sans Symbols"/>
              <a:buChar char="⮚"/>
            </a:pPr>
            <a:r>
              <a:rPr lang="en-US" sz="2100">
                <a:solidFill>
                  <a:srgbClr val="FF0000"/>
                </a:solidFill>
                <a:latin typeface="Times New Roman"/>
                <a:ea typeface="Times New Roman"/>
                <a:cs typeface="Times New Roman"/>
                <a:sym typeface="Times New Roman"/>
              </a:rPr>
              <a:t>Artificial Intelligence exists when a machine can have human based skills such as learning, reasoning, and solving problems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8e2dbc22e8_0_0"/>
          <p:cNvSpPr txBox="1"/>
          <p:nvPr>
            <p:ph idx="1" type="body"/>
          </p:nvPr>
        </p:nvSpPr>
        <p:spPr>
          <a:xfrm>
            <a:off x="284163" y="1719552"/>
            <a:ext cx="8574000" cy="5009100"/>
          </a:xfrm>
          <a:prstGeom prst="rect">
            <a:avLst/>
          </a:prstGeom>
          <a:noFill/>
          <a:ln>
            <a:noFill/>
          </a:ln>
        </p:spPr>
        <p:txBody>
          <a:bodyPr anchorCtr="0" anchor="t" bIns="45700" lIns="91425" spcFirstLastPara="1" rIns="91425" wrap="square" tIns="45700">
            <a:normAutofit lnSpcReduction="20000"/>
          </a:bodyPr>
          <a:lstStyle/>
          <a:p>
            <a:pPr indent="-495300" lvl="1" marL="914400" rtl="0" algn="just">
              <a:lnSpc>
                <a:spcPct val="100000"/>
              </a:lnSpc>
              <a:spcBef>
                <a:spcPts val="0"/>
              </a:spcBef>
              <a:spcAft>
                <a:spcPts val="0"/>
              </a:spcAft>
              <a:buSzPts val="2400"/>
              <a:buFont typeface="Noto Sans Symbols"/>
              <a:buChar char="❑"/>
            </a:pPr>
            <a:r>
              <a:rPr lang="en-US" sz="2400">
                <a:solidFill>
                  <a:srgbClr val="0000FF"/>
                </a:solidFill>
                <a:latin typeface="Times New Roman"/>
                <a:ea typeface="Times New Roman"/>
                <a:cs typeface="Times New Roman"/>
                <a:sym typeface="Times New Roman"/>
              </a:rPr>
              <a:t>Intelligence is composed of:  </a:t>
            </a:r>
            <a:endParaRPr sz="2400"/>
          </a:p>
          <a:p>
            <a:pPr indent="-376555" lvl="2" marL="1260475" rtl="0" algn="l">
              <a:lnSpc>
                <a:spcPct val="100000"/>
              </a:lnSpc>
              <a:spcBef>
                <a:spcPts val="0"/>
              </a:spcBef>
              <a:spcAft>
                <a:spcPts val="0"/>
              </a:spcAft>
              <a:buSzPts val="2100"/>
              <a:buFont typeface="Noto Sans Symbols"/>
              <a:buChar char="❖"/>
            </a:pPr>
            <a:r>
              <a:rPr lang="en-US" sz="2100">
                <a:solidFill>
                  <a:srgbClr val="FF0000"/>
                </a:solidFill>
                <a:latin typeface="Times New Roman"/>
                <a:ea typeface="Times New Roman"/>
                <a:cs typeface="Times New Roman"/>
                <a:sym typeface="Times New Roman"/>
              </a:rPr>
              <a:t>Reasoning</a:t>
            </a:r>
            <a:endParaRPr sz="2100"/>
          </a:p>
          <a:p>
            <a:pPr indent="-376555" lvl="2" marL="1260475" rtl="0" algn="l">
              <a:lnSpc>
                <a:spcPct val="100000"/>
              </a:lnSpc>
              <a:spcBef>
                <a:spcPts val="0"/>
              </a:spcBef>
              <a:spcAft>
                <a:spcPts val="0"/>
              </a:spcAft>
              <a:buSzPts val="2100"/>
              <a:buFont typeface="Noto Sans Symbols"/>
              <a:buChar char="❖"/>
            </a:pPr>
            <a:r>
              <a:rPr lang="en-US" sz="2100">
                <a:solidFill>
                  <a:srgbClr val="FF0000"/>
                </a:solidFill>
                <a:latin typeface="Times New Roman"/>
                <a:ea typeface="Times New Roman"/>
                <a:cs typeface="Times New Roman"/>
                <a:sym typeface="Times New Roman"/>
              </a:rPr>
              <a:t>Learning</a:t>
            </a:r>
            <a:endParaRPr sz="2100"/>
          </a:p>
          <a:p>
            <a:pPr indent="-376555" lvl="2" marL="1260475" rtl="0" algn="l">
              <a:lnSpc>
                <a:spcPct val="100000"/>
              </a:lnSpc>
              <a:spcBef>
                <a:spcPts val="0"/>
              </a:spcBef>
              <a:spcAft>
                <a:spcPts val="0"/>
              </a:spcAft>
              <a:buSzPts val="2100"/>
              <a:buFont typeface="Noto Sans Symbols"/>
              <a:buChar char="❖"/>
            </a:pPr>
            <a:r>
              <a:rPr lang="en-US" sz="2100">
                <a:solidFill>
                  <a:srgbClr val="FF0000"/>
                </a:solidFill>
                <a:latin typeface="Times New Roman"/>
                <a:ea typeface="Times New Roman"/>
                <a:cs typeface="Times New Roman"/>
                <a:sym typeface="Times New Roman"/>
              </a:rPr>
              <a:t>Problem-Solving</a:t>
            </a:r>
            <a:endParaRPr sz="2100"/>
          </a:p>
          <a:p>
            <a:pPr indent="-376555" lvl="2" marL="1260475" rtl="0" algn="l">
              <a:lnSpc>
                <a:spcPct val="100000"/>
              </a:lnSpc>
              <a:spcBef>
                <a:spcPts val="0"/>
              </a:spcBef>
              <a:spcAft>
                <a:spcPts val="0"/>
              </a:spcAft>
              <a:buSzPts val="2100"/>
              <a:buFont typeface="Noto Sans Symbols"/>
              <a:buChar char="❖"/>
            </a:pPr>
            <a:r>
              <a:rPr lang="en-US" sz="2100">
                <a:solidFill>
                  <a:srgbClr val="FF0000"/>
                </a:solidFill>
                <a:latin typeface="Times New Roman"/>
                <a:ea typeface="Times New Roman"/>
                <a:cs typeface="Times New Roman"/>
                <a:sym typeface="Times New Roman"/>
              </a:rPr>
              <a:t>Perception</a:t>
            </a:r>
            <a:endParaRPr sz="2100"/>
          </a:p>
          <a:p>
            <a:pPr indent="-376555" lvl="2" marL="1260475" rtl="0" algn="l">
              <a:lnSpc>
                <a:spcPct val="100000"/>
              </a:lnSpc>
              <a:spcBef>
                <a:spcPts val="0"/>
              </a:spcBef>
              <a:spcAft>
                <a:spcPts val="0"/>
              </a:spcAft>
              <a:buSzPts val="2100"/>
              <a:buFont typeface="Noto Sans Symbols"/>
              <a:buChar char="❖"/>
            </a:pPr>
            <a:r>
              <a:rPr lang="en-US" sz="2100">
                <a:solidFill>
                  <a:srgbClr val="FF0000"/>
                </a:solidFill>
                <a:latin typeface="Times New Roman"/>
                <a:ea typeface="Times New Roman"/>
                <a:cs typeface="Times New Roman"/>
                <a:sym typeface="Times New Roman"/>
              </a:rPr>
              <a:t>Linguistic Intelligence</a:t>
            </a:r>
            <a:endParaRPr sz="2100"/>
          </a:p>
          <a:p>
            <a:pPr indent="-311150" lvl="0" marL="454025" rtl="0" algn="just">
              <a:lnSpc>
                <a:spcPct val="100000"/>
              </a:lnSpc>
              <a:spcBef>
                <a:spcPts val="0"/>
              </a:spcBef>
              <a:spcAft>
                <a:spcPts val="0"/>
              </a:spcAft>
              <a:buSzPts val="2250"/>
              <a:buFont typeface="Noto Sans Symbols"/>
              <a:buNone/>
            </a:pPr>
            <a:r>
              <a:t/>
            </a:r>
            <a:endParaRPr sz="2500">
              <a:solidFill>
                <a:srgbClr val="0000FF"/>
              </a:solidFill>
              <a:latin typeface="Times New Roman"/>
              <a:ea typeface="Times New Roman"/>
              <a:cs typeface="Times New Roman"/>
              <a:sym typeface="Times New Roman"/>
            </a:endParaRPr>
          </a:p>
          <a:p>
            <a:pPr indent="-316865" lvl="0" marL="454025" rtl="0" algn="just">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a:p>
            <a:pPr indent="-316865" lvl="0" marL="454025" rtl="0" algn="just">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a:p>
            <a:pPr indent="-316865" lvl="0" marL="454025" rtl="0" algn="just">
              <a:lnSpc>
                <a:spcPct val="100000"/>
              </a:lnSpc>
              <a:spcBef>
                <a:spcPts val="0"/>
              </a:spcBef>
              <a:spcAft>
                <a:spcPts val="0"/>
              </a:spcAft>
              <a:buSzPts val="2160"/>
              <a:buFont typeface="Noto Sans Symbols"/>
              <a:buNone/>
            </a:pPr>
            <a:r>
              <a:t/>
            </a:r>
            <a:endParaRPr>
              <a:solidFill>
                <a:srgbClr val="0000FF"/>
              </a:solidFill>
              <a:latin typeface="Times New Roman"/>
              <a:ea typeface="Times New Roman"/>
              <a:cs typeface="Times New Roman"/>
              <a:sym typeface="Times New Roman"/>
            </a:endParaRPr>
          </a:p>
          <a:p>
            <a:pPr indent="-339725" lvl="0" marL="454025" rtl="0" algn="just">
              <a:lnSpc>
                <a:spcPct val="100000"/>
              </a:lnSpc>
              <a:spcBef>
                <a:spcPts val="0"/>
              </a:spcBef>
              <a:spcAft>
                <a:spcPts val="0"/>
              </a:spcAft>
              <a:buSzPts val="1800"/>
              <a:buFont typeface="Noto Sans Symbols"/>
              <a:buNone/>
            </a:pPr>
            <a:r>
              <a:t/>
            </a:r>
            <a:endParaRPr sz="2000">
              <a:solidFill>
                <a:srgbClr val="0000FF"/>
              </a:solidFill>
              <a:latin typeface="Times New Roman"/>
              <a:ea typeface="Times New Roman"/>
              <a:cs typeface="Times New Roman"/>
              <a:sym typeface="Times New Roman"/>
            </a:endParaRPr>
          </a:p>
          <a:p>
            <a:pPr indent="-339725" lvl="0" marL="454025" rtl="0" algn="just">
              <a:lnSpc>
                <a:spcPct val="100000"/>
              </a:lnSpc>
              <a:spcBef>
                <a:spcPts val="0"/>
              </a:spcBef>
              <a:spcAft>
                <a:spcPts val="0"/>
              </a:spcAft>
              <a:buSzPts val="1800"/>
              <a:buFont typeface="Noto Sans Symbols"/>
              <a:buNone/>
            </a:pPr>
            <a:r>
              <a:t/>
            </a:r>
            <a:endParaRPr sz="2000">
              <a:solidFill>
                <a:srgbClr val="0000FF"/>
              </a:solidFill>
              <a:latin typeface="Times New Roman"/>
              <a:ea typeface="Times New Roman"/>
              <a:cs typeface="Times New Roman"/>
              <a:sym typeface="Times New Roman"/>
            </a:endParaRPr>
          </a:p>
          <a:p>
            <a:pPr indent="-339725" lvl="0" marL="454025" rtl="0" algn="just">
              <a:lnSpc>
                <a:spcPct val="100000"/>
              </a:lnSpc>
              <a:spcBef>
                <a:spcPts val="0"/>
              </a:spcBef>
              <a:spcAft>
                <a:spcPts val="0"/>
              </a:spcAft>
              <a:buSzPts val="1800"/>
              <a:buFont typeface="Noto Sans Symbols"/>
              <a:buNone/>
            </a:pPr>
            <a:r>
              <a:t/>
            </a:r>
            <a:endParaRPr sz="2000">
              <a:solidFill>
                <a:srgbClr val="0000FF"/>
              </a:solidFill>
              <a:latin typeface="Times New Roman"/>
              <a:ea typeface="Times New Roman"/>
              <a:cs typeface="Times New Roman"/>
              <a:sym typeface="Times New Roman"/>
            </a:endParaRPr>
          </a:p>
          <a:p>
            <a:pPr indent="-492125" lvl="0" marL="454025" rtl="0" algn="just">
              <a:lnSpc>
                <a:spcPct val="100000"/>
              </a:lnSpc>
              <a:spcBef>
                <a:spcPts val="0"/>
              </a:spcBef>
              <a:spcAft>
                <a:spcPts val="0"/>
              </a:spcAft>
              <a:buSzPts val="2400"/>
              <a:buFont typeface="Noto Sans Symbols"/>
              <a:buChar char="⮚"/>
            </a:pPr>
            <a:r>
              <a:rPr lang="en-US">
                <a:solidFill>
                  <a:srgbClr val="0000FF"/>
                </a:solidFill>
                <a:latin typeface="Times New Roman"/>
                <a:ea typeface="Times New Roman"/>
                <a:cs typeface="Times New Roman"/>
                <a:sym typeface="Times New Roman"/>
              </a:rPr>
              <a:t>According to the father of Artificial Intelligence, John McCarthy </a:t>
            </a:r>
            <a:endParaRPr/>
          </a:p>
          <a:p>
            <a:pPr indent="-487680" lvl="1" marL="914400" rtl="0" algn="just">
              <a:lnSpc>
                <a:spcPct val="100000"/>
              </a:lnSpc>
              <a:spcBef>
                <a:spcPts val="0"/>
              </a:spcBef>
              <a:spcAft>
                <a:spcPts val="0"/>
              </a:spcAft>
              <a:buSzPts val="2100"/>
              <a:buFont typeface="Noto Sans Symbols"/>
              <a:buChar char="⮚"/>
            </a:pPr>
            <a:r>
              <a:rPr lang="en-US" sz="2100">
                <a:solidFill>
                  <a:srgbClr val="FF0000"/>
                </a:solidFill>
                <a:latin typeface="Times New Roman"/>
                <a:ea typeface="Times New Roman"/>
                <a:cs typeface="Times New Roman"/>
                <a:sym typeface="Times New Roman"/>
              </a:rPr>
              <a:t>“It is the science and engineering of making intelligent machines, especially intelligent computer programs”. </a:t>
            </a:r>
            <a:endParaRPr sz="2100"/>
          </a:p>
        </p:txBody>
      </p:sp>
      <p:sp>
        <p:nvSpPr>
          <p:cNvPr id="362" name="Google Shape;362;g38e2dbc22e8_0_0"/>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63" name="Google Shape;363;g38e2dbc22e8_0_0"/>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What is Artificial Intelligence ?</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id="364" name="Google Shape;364;g38e2dbc22e8_0_0"/>
          <p:cNvPicPr preferRelativeResize="0"/>
          <p:nvPr/>
        </p:nvPicPr>
        <p:blipFill rotWithShape="1">
          <a:blip r:embed="rId3">
            <a:alphaModFix/>
          </a:blip>
          <a:srcRect b="0" l="0" r="0" t="0"/>
          <a:stretch/>
        </p:blipFill>
        <p:spPr>
          <a:xfrm>
            <a:off x="1306900" y="3473921"/>
            <a:ext cx="4606076" cy="1596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bc580676c6_1_1"/>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Autofit/>
          </a:bodyPr>
          <a:lstStyle/>
          <a:p>
            <a:pPr indent="-469265" lvl="0" marL="454025" rtl="0" algn="just">
              <a:lnSpc>
                <a:spcPct val="80000"/>
              </a:lnSpc>
              <a:spcBef>
                <a:spcPts val="0"/>
              </a:spcBef>
              <a:spcAft>
                <a:spcPts val="0"/>
              </a:spcAft>
              <a:buSzPts val="2400"/>
              <a:buFont typeface="Noto Sans Symbols"/>
              <a:buChar char="⮚"/>
            </a:pPr>
            <a:r>
              <a:rPr lang="en-US">
                <a:solidFill>
                  <a:srgbClr val="0000FF"/>
                </a:solidFill>
                <a:latin typeface="Times New Roman"/>
                <a:ea typeface="Times New Roman"/>
                <a:cs typeface="Times New Roman"/>
                <a:sym typeface="Times New Roman"/>
              </a:rPr>
              <a:t>Artificial Intelligence suggest that machines can mimic humans in</a:t>
            </a:r>
            <a:endParaRPr/>
          </a:p>
          <a:p>
            <a:pPr indent="-471169" lvl="1" marL="914400" rtl="0" algn="just">
              <a:lnSpc>
                <a:spcPct val="80000"/>
              </a:lnSpc>
              <a:spcBef>
                <a:spcPts val="0"/>
              </a:spcBef>
              <a:spcAft>
                <a:spcPts val="0"/>
              </a:spcAft>
              <a:buSzPts val="2200"/>
              <a:buFont typeface="Noto Sans Symbols"/>
              <a:buChar char="⮚"/>
            </a:pPr>
            <a:r>
              <a:rPr lang="en-US">
                <a:solidFill>
                  <a:srgbClr val="FF0000"/>
                </a:solidFill>
                <a:latin typeface="Times New Roman"/>
                <a:ea typeface="Times New Roman"/>
                <a:cs typeface="Times New Roman"/>
                <a:sym typeface="Times New Roman"/>
              </a:rPr>
              <a:t>Talking</a:t>
            </a:r>
            <a:endParaRPr/>
          </a:p>
          <a:p>
            <a:pPr indent="-471169" lvl="1" marL="914400" rtl="0" algn="just">
              <a:lnSpc>
                <a:spcPct val="80000"/>
              </a:lnSpc>
              <a:spcBef>
                <a:spcPts val="0"/>
              </a:spcBef>
              <a:spcAft>
                <a:spcPts val="0"/>
              </a:spcAft>
              <a:buSzPts val="2200"/>
              <a:buFont typeface="Noto Sans Symbols"/>
              <a:buChar char="⮚"/>
            </a:pPr>
            <a:r>
              <a:rPr lang="en-US">
                <a:solidFill>
                  <a:srgbClr val="FF0000"/>
                </a:solidFill>
                <a:latin typeface="Times New Roman"/>
                <a:ea typeface="Times New Roman"/>
                <a:cs typeface="Times New Roman"/>
                <a:sym typeface="Times New Roman"/>
              </a:rPr>
              <a:t>Thinking</a:t>
            </a:r>
            <a:endParaRPr/>
          </a:p>
          <a:p>
            <a:pPr indent="-471169" lvl="1" marL="914400" rtl="0" algn="just">
              <a:lnSpc>
                <a:spcPct val="80000"/>
              </a:lnSpc>
              <a:spcBef>
                <a:spcPts val="0"/>
              </a:spcBef>
              <a:spcAft>
                <a:spcPts val="0"/>
              </a:spcAft>
              <a:buSzPts val="2200"/>
              <a:buFont typeface="Noto Sans Symbols"/>
              <a:buChar char="⮚"/>
            </a:pPr>
            <a:r>
              <a:rPr lang="en-US">
                <a:solidFill>
                  <a:srgbClr val="FF0000"/>
                </a:solidFill>
                <a:latin typeface="Times New Roman"/>
                <a:ea typeface="Times New Roman"/>
                <a:cs typeface="Times New Roman"/>
                <a:sym typeface="Times New Roman"/>
              </a:rPr>
              <a:t>Learning</a:t>
            </a:r>
            <a:endParaRPr/>
          </a:p>
          <a:p>
            <a:pPr indent="-471169" lvl="1" marL="914400" rtl="0" algn="just">
              <a:lnSpc>
                <a:spcPct val="80000"/>
              </a:lnSpc>
              <a:spcBef>
                <a:spcPts val="0"/>
              </a:spcBef>
              <a:spcAft>
                <a:spcPts val="0"/>
              </a:spcAft>
              <a:buSzPts val="2200"/>
              <a:buFont typeface="Noto Sans Symbols"/>
              <a:buChar char="⮚"/>
            </a:pPr>
            <a:r>
              <a:rPr lang="en-US">
                <a:solidFill>
                  <a:srgbClr val="FF0000"/>
                </a:solidFill>
                <a:latin typeface="Times New Roman"/>
                <a:ea typeface="Times New Roman"/>
                <a:cs typeface="Times New Roman"/>
                <a:sym typeface="Times New Roman"/>
              </a:rPr>
              <a:t>Planning</a:t>
            </a:r>
            <a:endParaRPr/>
          </a:p>
          <a:p>
            <a:pPr indent="-471169" lvl="1" marL="914400" rtl="0" algn="just">
              <a:lnSpc>
                <a:spcPct val="80000"/>
              </a:lnSpc>
              <a:spcBef>
                <a:spcPts val="0"/>
              </a:spcBef>
              <a:spcAft>
                <a:spcPts val="0"/>
              </a:spcAft>
              <a:buSzPts val="2200"/>
              <a:buFont typeface="Noto Sans Symbols"/>
              <a:buChar char="⮚"/>
            </a:pPr>
            <a:r>
              <a:rPr lang="en-US">
                <a:solidFill>
                  <a:srgbClr val="FF0000"/>
                </a:solidFill>
                <a:latin typeface="Times New Roman"/>
                <a:ea typeface="Times New Roman"/>
                <a:cs typeface="Times New Roman"/>
                <a:sym typeface="Times New Roman"/>
              </a:rPr>
              <a:t>Understanding</a:t>
            </a:r>
            <a:endParaRPr/>
          </a:p>
          <a:p>
            <a:pPr indent="-469265" lvl="0" marL="454025" rtl="0" algn="just">
              <a:lnSpc>
                <a:spcPct val="80000"/>
              </a:lnSpc>
              <a:spcBef>
                <a:spcPts val="0"/>
              </a:spcBef>
              <a:spcAft>
                <a:spcPts val="0"/>
              </a:spcAft>
              <a:buSzPts val="2400"/>
              <a:buFont typeface="Noto Sans Symbols"/>
              <a:buChar char="⮚"/>
            </a:pPr>
            <a:r>
              <a:rPr lang="en-US">
                <a:solidFill>
                  <a:srgbClr val="0000FF"/>
                </a:solidFill>
                <a:latin typeface="Times New Roman"/>
                <a:ea typeface="Times New Roman"/>
                <a:cs typeface="Times New Roman"/>
                <a:sym typeface="Times New Roman"/>
              </a:rPr>
              <a:t>Artificial Intelligence is also called Machine Intelligence and Computer Intelligence.</a:t>
            </a:r>
            <a:r>
              <a:rPr lang="en-US">
                <a:solidFill>
                  <a:srgbClr val="0000FF"/>
                </a:solidFill>
                <a:latin typeface="Times New Roman"/>
                <a:ea typeface="Times New Roman"/>
                <a:cs typeface="Times New Roman"/>
                <a:sym typeface="Times New Roman"/>
              </a:rPr>
              <a:t>Key Goals of AI</a:t>
            </a:r>
            <a:endParaRPr/>
          </a:p>
          <a:p>
            <a:pPr indent="-368298" lvl="1" marL="914400" rtl="0" algn="l">
              <a:lnSpc>
                <a:spcPct val="95000"/>
              </a:lnSpc>
              <a:spcBef>
                <a:spcPts val="0"/>
              </a:spcBef>
              <a:spcAft>
                <a:spcPts val="0"/>
              </a:spcAft>
              <a:buClr>
                <a:schemeClr val="dk1"/>
              </a:buClr>
              <a:buSzPts val="2200"/>
              <a:buFont typeface="Arial"/>
              <a:buChar char="⮚"/>
            </a:pPr>
            <a:r>
              <a:rPr lang="en-US">
                <a:solidFill>
                  <a:srgbClr val="FF0000"/>
                </a:solidFill>
                <a:latin typeface="Times New Roman"/>
                <a:ea typeface="Times New Roman"/>
                <a:cs typeface="Times New Roman"/>
                <a:sym typeface="Times New Roman"/>
              </a:rPr>
              <a:t>Mimic human intelligence</a:t>
            </a:r>
            <a:endParaRPr>
              <a:solidFill>
                <a:srgbClr val="FF0000"/>
              </a:solidFill>
              <a:latin typeface="Times New Roman"/>
              <a:ea typeface="Times New Roman"/>
              <a:cs typeface="Times New Roman"/>
              <a:sym typeface="Times New Roman"/>
            </a:endParaRPr>
          </a:p>
          <a:p>
            <a:pPr indent="-368298" lvl="1" marL="914400" rtl="0" algn="l">
              <a:lnSpc>
                <a:spcPct val="95000"/>
              </a:lnSpc>
              <a:spcBef>
                <a:spcPts val="0"/>
              </a:spcBef>
              <a:spcAft>
                <a:spcPts val="0"/>
              </a:spcAft>
              <a:buClr>
                <a:schemeClr val="dk1"/>
              </a:buClr>
              <a:buSzPts val="2200"/>
              <a:buFont typeface="Arial"/>
              <a:buChar char="⮚"/>
            </a:pPr>
            <a:r>
              <a:rPr lang="en-US">
                <a:solidFill>
                  <a:srgbClr val="FF0000"/>
                </a:solidFill>
                <a:latin typeface="Times New Roman"/>
                <a:ea typeface="Times New Roman"/>
                <a:cs typeface="Times New Roman"/>
                <a:sym typeface="Times New Roman"/>
              </a:rPr>
              <a:t>Learn from experience (data)</a:t>
            </a:r>
            <a:endParaRPr>
              <a:solidFill>
                <a:srgbClr val="FF0000"/>
              </a:solidFill>
              <a:latin typeface="Times New Roman"/>
              <a:ea typeface="Times New Roman"/>
              <a:cs typeface="Times New Roman"/>
              <a:sym typeface="Times New Roman"/>
            </a:endParaRPr>
          </a:p>
          <a:p>
            <a:pPr indent="-368298" lvl="1" marL="914400" rtl="0" algn="l">
              <a:lnSpc>
                <a:spcPct val="95000"/>
              </a:lnSpc>
              <a:spcBef>
                <a:spcPts val="0"/>
              </a:spcBef>
              <a:spcAft>
                <a:spcPts val="0"/>
              </a:spcAft>
              <a:buClr>
                <a:schemeClr val="dk1"/>
              </a:buClr>
              <a:buSzPts val="2200"/>
              <a:buFont typeface="Arial"/>
              <a:buChar char="⮚"/>
            </a:pPr>
            <a:r>
              <a:rPr lang="en-US">
                <a:solidFill>
                  <a:srgbClr val="FF0000"/>
                </a:solidFill>
                <a:latin typeface="Times New Roman"/>
                <a:ea typeface="Times New Roman"/>
                <a:cs typeface="Times New Roman"/>
                <a:sym typeface="Times New Roman"/>
              </a:rPr>
              <a:t>Adapt to new inputs</a:t>
            </a:r>
            <a:endParaRPr>
              <a:solidFill>
                <a:srgbClr val="FF0000"/>
              </a:solidFill>
              <a:latin typeface="Times New Roman"/>
              <a:ea typeface="Times New Roman"/>
              <a:cs typeface="Times New Roman"/>
              <a:sym typeface="Times New Roman"/>
            </a:endParaRPr>
          </a:p>
          <a:p>
            <a:pPr indent="-368298" lvl="1" marL="914400" rtl="0" algn="l">
              <a:lnSpc>
                <a:spcPct val="95000"/>
              </a:lnSpc>
              <a:spcBef>
                <a:spcPts val="0"/>
              </a:spcBef>
              <a:spcAft>
                <a:spcPts val="0"/>
              </a:spcAft>
              <a:buClr>
                <a:schemeClr val="dk1"/>
              </a:buClr>
              <a:buSzPts val="2200"/>
              <a:buFont typeface="Arial"/>
              <a:buChar char="⮚"/>
            </a:pPr>
            <a:r>
              <a:rPr lang="en-US">
                <a:solidFill>
                  <a:srgbClr val="FF0000"/>
                </a:solidFill>
                <a:latin typeface="Times New Roman"/>
                <a:ea typeface="Times New Roman"/>
                <a:cs typeface="Times New Roman"/>
                <a:sym typeface="Times New Roman"/>
              </a:rPr>
              <a:t>Make rational decisions</a:t>
            </a:r>
            <a:endParaRPr>
              <a:solidFill>
                <a:srgbClr val="FF0000"/>
              </a:solidFill>
              <a:latin typeface="Times New Roman"/>
              <a:ea typeface="Times New Roman"/>
              <a:cs typeface="Times New Roman"/>
              <a:sym typeface="Times New Roman"/>
            </a:endParaRPr>
          </a:p>
          <a:p>
            <a:pPr indent="0" lvl="0" marL="0" rtl="0" algn="just">
              <a:lnSpc>
                <a:spcPct val="80000"/>
              </a:lnSpc>
              <a:spcBef>
                <a:spcPts val="1200"/>
              </a:spcBef>
              <a:spcAft>
                <a:spcPts val="0"/>
              </a:spcAft>
              <a:buNone/>
            </a:pPr>
            <a:r>
              <a:t/>
            </a:r>
            <a:endParaRPr sz="2500">
              <a:solidFill>
                <a:srgbClr val="0000FF"/>
              </a:solidFill>
              <a:latin typeface="Times New Roman"/>
              <a:ea typeface="Times New Roman"/>
              <a:cs typeface="Times New Roman"/>
              <a:sym typeface="Times New Roman"/>
            </a:endParaRPr>
          </a:p>
          <a:p>
            <a:pPr indent="-311150" lvl="0" marL="454025" rtl="0" algn="just">
              <a:lnSpc>
                <a:spcPct val="80000"/>
              </a:lnSpc>
              <a:spcBef>
                <a:spcPts val="0"/>
              </a:spcBef>
              <a:spcAft>
                <a:spcPts val="0"/>
              </a:spcAft>
              <a:buSzPts val="2250"/>
              <a:buFont typeface="Noto Sans Symbols"/>
              <a:buNone/>
            </a:pPr>
            <a:r>
              <a:t/>
            </a:r>
            <a:endParaRPr sz="2600">
              <a:solidFill>
                <a:srgbClr val="0000FF"/>
              </a:solidFill>
              <a:latin typeface="Times New Roman"/>
              <a:ea typeface="Times New Roman"/>
              <a:cs typeface="Times New Roman"/>
              <a:sym typeface="Times New Roman"/>
            </a:endParaRPr>
          </a:p>
        </p:txBody>
      </p:sp>
      <p:sp>
        <p:nvSpPr>
          <p:cNvPr id="370" name="Google Shape;370;g3bc580676c6_1_1"/>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71" name="Google Shape;371;g3bc580676c6_1_1"/>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What is Artificial Intelligence ?</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bc580676c6_1_10"/>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None/>
            </a:pPr>
            <a:r>
              <a:rPr lang="en-US">
                <a:solidFill>
                  <a:srgbClr val="0000FF"/>
                </a:solidFill>
                <a:latin typeface="Times New Roman"/>
                <a:ea typeface="Times New Roman"/>
                <a:cs typeface="Times New Roman"/>
                <a:sym typeface="Times New Roman"/>
              </a:rPr>
              <a:t>Core Areas of AI</a:t>
            </a:r>
            <a:endParaRPr>
              <a:solidFill>
                <a:srgbClr val="0000FF"/>
              </a:solidFill>
              <a:latin typeface="Times New Roman"/>
              <a:ea typeface="Times New Roman"/>
              <a:cs typeface="Times New Roman"/>
              <a:sym typeface="Times New Roman"/>
            </a:endParaRPr>
          </a:p>
          <a:p>
            <a:pPr indent="-298448" lvl="1" marL="914400" rtl="0" algn="l">
              <a:lnSpc>
                <a:spcPct val="100000"/>
              </a:lnSpc>
              <a:spcBef>
                <a:spcPts val="1200"/>
              </a:spcBef>
              <a:spcAft>
                <a:spcPts val="0"/>
              </a:spcAft>
              <a:buClr>
                <a:schemeClr val="dk1"/>
              </a:buClr>
              <a:buSzPts val="1100"/>
              <a:buFont typeface="Arial"/>
              <a:buChar char="⮚"/>
            </a:pPr>
            <a:r>
              <a:rPr lang="en-US">
                <a:solidFill>
                  <a:srgbClr val="FF0000"/>
                </a:solidFill>
                <a:latin typeface="Times New Roman"/>
                <a:ea typeface="Times New Roman"/>
                <a:cs typeface="Times New Roman"/>
                <a:sym typeface="Times New Roman"/>
              </a:rPr>
              <a:t>Machine Learning (ML): Systems learn from data</a:t>
            </a:r>
            <a:endParaRPr>
              <a:solidFill>
                <a:srgbClr val="FF0000"/>
              </a:solidFill>
              <a:latin typeface="Times New Roman"/>
              <a:ea typeface="Times New Roman"/>
              <a:cs typeface="Times New Roman"/>
              <a:sym typeface="Times New Roman"/>
            </a:endParaRPr>
          </a:p>
          <a:p>
            <a:pPr indent="-298448" lvl="1" marL="914400" rtl="0" algn="l">
              <a:lnSpc>
                <a:spcPct val="100000"/>
              </a:lnSpc>
              <a:spcBef>
                <a:spcPts val="0"/>
              </a:spcBef>
              <a:spcAft>
                <a:spcPts val="0"/>
              </a:spcAft>
              <a:buClr>
                <a:schemeClr val="dk1"/>
              </a:buClr>
              <a:buSzPts val="1100"/>
              <a:buFont typeface="Arial"/>
              <a:buChar char="⮚"/>
            </a:pPr>
            <a:r>
              <a:rPr lang="en-US">
                <a:solidFill>
                  <a:srgbClr val="FF0000"/>
                </a:solidFill>
                <a:latin typeface="Times New Roman"/>
                <a:ea typeface="Times New Roman"/>
                <a:cs typeface="Times New Roman"/>
                <a:sym typeface="Times New Roman"/>
              </a:rPr>
              <a:t>Deep Learning: Neural networks with many layers</a:t>
            </a:r>
            <a:endParaRPr>
              <a:solidFill>
                <a:srgbClr val="FF0000"/>
              </a:solidFill>
              <a:latin typeface="Times New Roman"/>
              <a:ea typeface="Times New Roman"/>
              <a:cs typeface="Times New Roman"/>
              <a:sym typeface="Times New Roman"/>
            </a:endParaRPr>
          </a:p>
          <a:p>
            <a:pPr indent="-298448" lvl="1" marL="914400" rtl="0" algn="l">
              <a:lnSpc>
                <a:spcPct val="100000"/>
              </a:lnSpc>
              <a:spcBef>
                <a:spcPts val="0"/>
              </a:spcBef>
              <a:spcAft>
                <a:spcPts val="0"/>
              </a:spcAft>
              <a:buClr>
                <a:schemeClr val="dk1"/>
              </a:buClr>
              <a:buSzPts val="1100"/>
              <a:buFont typeface="Arial"/>
              <a:buChar char="⮚"/>
            </a:pPr>
            <a:r>
              <a:rPr lang="en-US">
                <a:solidFill>
                  <a:srgbClr val="FF0000"/>
                </a:solidFill>
                <a:latin typeface="Times New Roman"/>
                <a:ea typeface="Times New Roman"/>
                <a:cs typeface="Times New Roman"/>
                <a:sym typeface="Times New Roman"/>
              </a:rPr>
              <a:t>Natural Language Processing (NLP): Understanding human language</a:t>
            </a:r>
            <a:endParaRPr>
              <a:solidFill>
                <a:srgbClr val="FF0000"/>
              </a:solidFill>
              <a:latin typeface="Times New Roman"/>
              <a:ea typeface="Times New Roman"/>
              <a:cs typeface="Times New Roman"/>
              <a:sym typeface="Times New Roman"/>
            </a:endParaRPr>
          </a:p>
          <a:p>
            <a:pPr indent="-298448" lvl="1" marL="914400" rtl="0" algn="l">
              <a:lnSpc>
                <a:spcPct val="100000"/>
              </a:lnSpc>
              <a:spcBef>
                <a:spcPts val="0"/>
              </a:spcBef>
              <a:spcAft>
                <a:spcPts val="0"/>
              </a:spcAft>
              <a:buClr>
                <a:schemeClr val="dk1"/>
              </a:buClr>
              <a:buSzPts val="1100"/>
              <a:buFont typeface="Arial"/>
              <a:buChar char="⮚"/>
            </a:pPr>
            <a:r>
              <a:rPr lang="en-US">
                <a:solidFill>
                  <a:srgbClr val="FF0000"/>
                </a:solidFill>
                <a:latin typeface="Times New Roman"/>
                <a:ea typeface="Times New Roman"/>
                <a:cs typeface="Times New Roman"/>
                <a:sym typeface="Times New Roman"/>
              </a:rPr>
              <a:t>Computer Vision: Interpreting images and videos</a:t>
            </a:r>
            <a:endParaRPr>
              <a:solidFill>
                <a:srgbClr val="FF0000"/>
              </a:solidFill>
              <a:latin typeface="Times New Roman"/>
              <a:ea typeface="Times New Roman"/>
              <a:cs typeface="Times New Roman"/>
              <a:sym typeface="Times New Roman"/>
            </a:endParaRPr>
          </a:p>
          <a:p>
            <a:pPr indent="-298448" lvl="1" marL="914400" rtl="0" algn="l">
              <a:lnSpc>
                <a:spcPct val="100000"/>
              </a:lnSpc>
              <a:spcBef>
                <a:spcPts val="0"/>
              </a:spcBef>
              <a:spcAft>
                <a:spcPts val="0"/>
              </a:spcAft>
              <a:buClr>
                <a:schemeClr val="dk1"/>
              </a:buClr>
              <a:buSzPts val="1100"/>
              <a:buFont typeface="Arial"/>
              <a:buChar char="⮚"/>
            </a:pPr>
            <a:r>
              <a:rPr lang="en-US">
                <a:solidFill>
                  <a:srgbClr val="FF0000"/>
                </a:solidFill>
                <a:latin typeface="Times New Roman"/>
                <a:ea typeface="Times New Roman"/>
                <a:cs typeface="Times New Roman"/>
                <a:sym typeface="Times New Roman"/>
              </a:rPr>
              <a:t>Robotics: Intelligent physical agents</a:t>
            </a:r>
            <a:endParaRPr>
              <a:solidFill>
                <a:srgbClr val="FF0000"/>
              </a:solidFill>
              <a:latin typeface="Times New Roman"/>
              <a:ea typeface="Times New Roman"/>
              <a:cs typeface="Times New Roman"/>
              <a:sym typeface="Times New Roman"/>
            </a:endParaRPr>
          </a:p>
          <a:p>
            <a:pPr indent="-298448" lvl="1" marL="914400" rtl="0" algn="l">
              <a:lnSpc>
                <a:spcPct val="100000"/>
              </a:lnSpc>
              <a:spcBef>
                <a:spcPts val="0"/>
              </a:spcBef>
              <a:spcAft>
                <a:spcPts val="0"/>
              </a:spcAft>
              <a:buClr>
                <a:schemeClr val="dk1"/>
              </a:buClr>
              <a:buSzPts val="1100"/>
              <a:buFont typeface="Arial"/>
              <a:buChar char="⮚"/>
            </a:pPr>
            <a:r>
              <a:rPr lang="en-US">
                <a:solidFill>
                  <a:srgbClr val="FF0000"/>
                </a:solidFill>
                <a:latin typeface="Times New Roman"/>
                <a:ea typeface="Times New Roman"/>
                <a:cs typeface="Times New Roman"/>
                <a:sym typeface="Times New Roman"/>
              </a:rPr>
              <a:t>Expert Systems: Decision-making based on rules and knowledge</a:t>
            </a:r>
            <a:endParaRPr>
              <a:solidFill>
                <a:srgbClr val="FF0000"/>
              </a:solidFill>
              <a:latin typeface="Times New Roman"/>
              <a:ea typeface="Times New Roman"/>
              <a:cs typeface="Times New Roman"/>
              <a:sym typeface="Times New Roman"/>
            </a:endParaRPr>
          </a:p>
          <a:p>
            <a:pPr indent="0" lvl="0" marL="914400" rtl="0" algn="l">
              <a:lnSpc>
                <a:spcPct val="100000"/>
              </a:lnSpc>
              <a:spcBef>
                <a:spcPts val="1200"/>
              </a:spcBef>
              <a:spcAft>
                <a:spcPts val="0"/>
              </a:spcAft>
              <a:buNone/>
            </a:pPr>
            <a:r>
              <a:t/>
            </a:r>
            <a:endParaRPr>
              <a:solidFill>
                <a:srgbClr val="FF0000"/>
              </a:solidFill>
              <a:latin typeface="Times New Roman"/>
              <a:ea typeface="Times New Roman"/>
              <a:cs typeface="Times New Roman"/>
              <a:sym typeface="Times New Roman"/>
            </a:endParaRPr>
          </a:p>
          <a:p>
            <a:pPr indent="-311150" lvl="0" marL="454025" rtl="0" algn="just">
              <a:lnSpc>
                <a:spcPct val="100000"/>
              </a:lnSpc>
              <a:spcBef>
                <a:spcPts val="1200"/>
              </a:spcBef>
              <a:spcAft>
                <a:spcPts val="0"/>
              </a:spcAft>
              <a:buSzPts val="2250"/>
              <a:buFont typeface="Noto Sans Symbols"/>
              <a:buNone/>
            </a:pPr>
            <a:r>
              <a:t/>
            </a:r>
            <a:endParaRPr sz="2500">
              <a:solidFill>
                <a:srgbClr val="0000FF"/>
              </a:solidFill>
              <a:latin typeface="Times New Roman"/>
              <a:ea typeface="Times New Roman"/>
              <a:cs typeface="Times New Roman"/>
              <a:sym typeface="Times New Roman"/>
            </a:endParaRPr>
          </a:p>
        </p:txBody>
      </p:sp>
      <p:sp>
        <p:nvSpPr>
          <p:cNvPr id="377" name="Google Shape;377;g3bc580676c6_1_10"/>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78" name="Google Shape;378;g3bc580676c6_1_10"/>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What is Artificial Intelligence ?</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c580676c6_1_16"/>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Autofit/>
          </a:bodyPr>
          <a:lstStyle/>
          <a:p>
            <a:pPr indent="-381000" lvl="0" marL="457200" rtl="0" algn="just">
              <a:lnSpc>
                <a:spcPct val="100000"/>
              </a:lnSpc>
              <a:spcBef>
                <a:spcPts val="0"/>
              </a:spcBef>
              <a:spcAft>
                <a:spcPts val="0"/>
              </a:spcAft>
              <a:buClr>
                <a:srgbClr val="0000FF"/>
              </a:buClr>
              <a:buSzPts val="2400"/>
              <a:buFont typeface="Times New Roman"/>
              <a:buChar char="●"/>
            </a:pPr>
            <a:r>
              <a:rPr lang="en-US">
                <a:solidFill>
                  <a:srgbClr val="0000FF"/>
                </a:solidFill>
                <a:latin typeface="Times New Roman"/>
                <a:ea typeface="Times New Roman"/>
                <a:cs typeface="Times New Roman"/>
                <a:sym typeface="Times New Roman"/>
              </a:rPr>
              <a:t>Applications of AI</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Healthcare (disease diagnosis)</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Education (intelligent tutoring systems)</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Finance (fraud detection)</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Transportation (self-driving cars)</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Cybersecurity</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Agriculture and smart cities</a:t>
            </a:r>
            <a:endParaRPr>
              <a:solidFill>
                <a:srgbClr val="FF0000"/>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a:solidFill>
                <a:srgbClr val="FF0000"/>
              </a:solidFill>
              <a:latin typeface="Times New Roman"/>
              <a:ea typeface="Times New Roman"/>
              <a:cs typeface="Times New Roman"/>
              <a:sym typeface="Times New Roman"/>
            </a:endParaRPr>
          </a:p>
          <a:p>
            <a:pPr indent="-381000" lvl="0" marL="457200" rtl="0" algn="just">
              <a:lnSpc>
                <a:spcPct val="100000"/>
              </a:lnSpc>
              <a:spcBef>
                <a:spcPts val="0"/>
              </a:spcBef>
              <a:spcAft>
                <a:spcPts val="0"/>
              </a:spcAft>
              <a:buClr>
                <a:srgbClr val="0000FF"/>
              </a:buClr>
              <a:buSzPts val="2400"/>
              <a:buFont typeface="Times New Roman"/>
              <a:buChar char="●"/>
            </a:pPr>
            <a:r>
              <a:rPr lang="en-US">
                <a:solidFill>
                  <a:srgbClr val="0000FF"/>
                </a:solidFill>
                <a:latin typeface="Times New Roman"/>
                <a:ea typeface="Times New Roman"/>
                <a:cs typeface="Times New Roman"/>
                <a:sym typeface="Times New Roman"/>
              </a:rPr>
              <a:t>Importance of AI</a:t>
            </a:r>
            <a:endParaRPr>
              <a:solidFill>
                <a:srgbClr val="FF0000"/>
              </a:solidFill>
              <a:latin typeface="Times New Roman"/>
              <a:ea typeface="Times New Roman"/>
              <a:cs typeface="Times New Roman"/>
              <a:sym typeface="Times New Roman"/>
            </a:endParaRPr>
          </a:p>
          <a:p>
            <a:pPr indent="-381000" lvl="1" marL="914400" rtl="0" algn="just">
              <a:lnSpc>
                <a:spcPct val="100000"/>
              </a:lnSpc>
              <a:spcBef>
                <a:spcPts val="0"/>
              </a:spcBef>
              <a:spcAft>
                <a:spcPts val="0"/>
              </a:spcAft>
              <a:buClr>
                <a:srgbClr val="FF0000"/>
              </a:buClr>
              <a:buSzPts val="2400"/>
              <a:buFont typeface="Times New Roman"/>
              <a:buChar char="○"/>
            </a:pPr>
            <a:r>
              <a:rPr lang="en-US">
                <a:solidFill>
                  <a:srgbClr val="FF0000"/>
                </a:solidFill>
                <a:latin typeface="Times New Roman"/>
                <a:ea typeface="Times New Roman"/>
                <a:cs typeface="Times New Roman"/>
                <a:sym typeface="Times New Roman"/>
              </a:rPr>
              <a:t>AI improves efficiency, accuracy, and automation, helping solve complex real-world problems and shaping the future of technology.</a:t>
            </a:r>
            <a:endParaRPr>
              <a:solidFill>
                <a:srgbClr val="FF0000"/>
              </a:solidFill>
              <a:latin typeface="Times New Roman"/>
              <a:ea typeface="Times New Roman"/>
              <a:cs typeface="Times New Roman"/>
              <a:sym typeface="Times New Roman"/>
            </a:endParaRPr>
          </a:p>
        </p:txBody>
      </p:sp>
      <p:sp>
        <p:nvSpPr>
          <p:cNvPr id="384" name="Google Shape;384;g3bc580676c6_1_16"/>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85" name="Google Shape;385;g3bc580676c6_1_16"/>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What is Artificial Intelligence ?</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1"/>
          <p:cNvSpPr txBox="1"/>
          <p:nvPr>
            <p:ph idx="1" type="body"/>
          </p:nvPr>
        </p:nvSpPr>
        <p:spPr>
          <a:xfrm>
            <a:off x="284163" y="1719552"/>
            <a:ext cx="8574087" cy="4707127"/>
          </a:xfrm>
          <a:prstGeom prst="rect">
            <a:avLst/>
          </a:prstGeom>
          <a:noFill/>
          <a:ln>
            <a:noFill/>
          </a:ln>
        </p:spPr>
        <p:txBody>
          <a:bodyPr anchorCtr="0" anchor="t" bIns="45700" lIns="91425" spcFirstLastPara="1" rIns="91425" wrap="square" tIns="45700">
            <a:noAutofit/>
          </a:bodyPr>
          <a:lstStyle/>
          <a:p>
            <a:pPr indent="-454025" lvl="0" marL="454025" rtl="0" algn="just">
              <a:lnSpc>
                <a:spcPct val="100000"/>
              </a:lnSpc>
              <a:spcBef>
                <a:spcPts val="0"/>
              </a:spcBef>
              <a:spcAft>
                <a:spcPts val="0"/>
              </a:spcAft>
              <a:buSzPts val="1800"/>
              <a:buChar char="?"/>
            </a:pPr>
            <a:r>
              <a:rPr lang="en-US" sz="2000">
                <a:solidFill>
                  <a:srgbClr val="0000FF"/>
                </a:solidFill>
                <a:latin typeface="Times New Roman"/>
                <a:ea typeface="Times New Roman"/>
                <a:cs typeface="Times New Roman"/>
                <a:sym typeface="Times New Roman"/>
              </a:rPr>
              <a:t>To Create Expert Systems − </a:t>
            </a:r>
            <a:endParaRPr/>
          </a:p>
          <a:p>
            <a:pPr indent="-457200" lvl="1" marL="914400" rtl="0" algn="just">
              <a:lnSpc>
                <a:spcPct val="100000"/>
              </a:lnSpc>
              <a:spcBef>
                <a:spcPts val="0"/>
              </a:spcBef>
              <a:spcAft>
                <a:spcPts val="0"/>
              </a:spcAft>
              <a:buSzPts val="1620"/>
              <a:buChar char="?"/>
            </a:pPr>
            <a:r>
              <a:rPr lang="en-US" sz="1800">
                <a:solidFill>
                  <a:srgbClr val="FF0000"/>
                </a:solidFill>
                <a:latin typeface="Times New Roman"/>
                <a:ea typeface="Times New Roman"/>
                <a:cs typeface="Times New Roman"/>
                <a:sym typeface="Times New Roman"/>
              </a:rPr>
              <a:t>The systems which exhibit intelligent behavior, learn, demonstrate, explain, and advice its users.</a:t>
            </a:r>
            <a:endParaRPr/>
          </a:p>
          <a:p>
            <a:pPr indent="-454025" lvl="0" marL="454025" rtl="0" algn="just">
              <a:lnSpc>
                <a:spcPct val="100000"/>
              </a:lnSpc>
              <a:spcBef>
                <a:spcPts val="0"/>
              </a:spcBef>
              <a:spcAft>
                <a:spcPts val="0"/>
              </a:spcAft>
              <a:buSzPts val="1800"/>
              <a:buChar char="?"/>
            </a:pPr>
            <a:r>
              <a:rPr lang="en-US" sz="2000">
                <a:solidFill>
                  <a:srgbClr val="0000FF"/>
                </a:solidFill>
                <a:latin typeface="Times New Roman"/>
                <a:ea typeface="Times New Roman"/>
                <a:cs typeface="Times New Roman"/>
                <a:sym typeface="Times New Roman"/>
              </a:rPr>
              <a:t>To Implement Human Intelligence in Machines − </a:t>
            </a:r>
            <a:endParaRPr sz="2000">
              <a:solidFill>
                <a:srgbClr val="FF0000"/>
              </a:solidFill>
              <a:latin typeface="Times New Roman"/>
              <a:ea typeface="Times New Roman"/>
              <a:cs typeface="Times New Roman"/>
              <a:sym typeface="Times New Roman"/>
            </a:endParaRPr>
          </a:p>
          <a:p>
            <a:pPr indent="-457200" lvl="1" marL="914400" rtl="0" algn="just">
              <a:lnSpc>
                <a:spcPct val="100000"/>
              </a:lnSpc>
              <a:spcBef>
                <a:spcPts val="0"/>
              </a:spcBef>
              <a:spcAft>
                <a:spcPts val="0"/>
              </a:spcAft>
              <a:buSzPts val="1620"/>
              <a:buChar char="?"/>
            </a:pPr>
            <a:r>
              <a:rPr lang="en-US" sz="1800">
                <a:solidFill>
                  <a:srgbClr val="FF0000"/>
                </a:solidFill>
                <a:latin typeface="Times New Roman"/>
                <a:ea typeface="Times New Roman"/>
                <a:cs typeface="Times New Roman"/>
                <a:sym typeface="Times New Roman"/>
              </a:rPr>
              <a:t>Creating systems that understand, think, learn, and behave like humans.</a:t>
            </a:r>
            <a:endParaRPr/>
          </a:p>
          <a:p>
            <a:pPr indent="-339725" lvl="1" marL="454025" rtl="0" algn="l">
              <a:lnSpc>
                <a:spcPct val="100000"/>
              </a:lnSpc>
              <a:spcBef>
                <a:spcPts val="0"/>
              </a:spcBef>
              <a:spcAft>
                <a:spcPts val="0"/>
              </a:spcAft>
              <a:buClr>
                <a:srgbClr val="A5A5A5"/>
              </a:buClr>
              <a:buSzPts val="1800"/>
              <a:buNone/>
            </a:pPr>
            <a:r>
              <a:t/>
            </a:r>
            <a:endParaRPr b="1" sz="2000">
              <a:solidFill>
                <a:srgbClr val="0000FF"/>
              </a:solidFill>
              <a:latin typeface="Times New Roman"/>
              <a:ea typeface="Times New Roman"/>
              <a:cs typeface="Times New Roman"/>
              <a:sym typeface="Times New Roman"/>
            </a:endParaRPr>
          </a:p>
          <a:p>
            <a:pPr indent="-339725" lvl="1" marL="454025" rtl="0" algn="l">
              <a:lnSpc>
                <a:spcPct val="100000"/>
              </a:lnSpc>
              <a:spcBef>
                <a:spcPts val="0"/>
              </a:spcBef>
              <a:spcAft>
                <a:spcPts val="0"/>
              </a:spcAft>
              <a:buClr>
                <a:srgbClr val="A5A5A5"/>
              </a:buClr>
              <a:buSzPts val="1800"/>
              <a:buNone/>
            </a:pPr>
            <a:r>
              <a:t/>
            </a:r>
            <a:endParaRPr b="1" sz="2000">
              <a:solidFill>
                <a:srgbClr val="0000FF"/>
              </a:solidFill>
              <a:latin typeface="Times New Roman"/>
              <a:ea typeface="Times New Roman"/>
              <a:cs typeface="Times New Roman"/>
              <a:sym typeface="Times New Roman"/>
            </a:endParaRPr>
          </a:p>
        </p:txBody>
      </p:sp>
      <p:sp>
        <p:nvSpPr>
          <p:cNvPr id="391" name="Google Shape;391;p3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92" name="Google Shape;392;p31"/>
          <p:cNvSpPr txBox="1"/>
          <p:nvPr/>
        </p:nvSpPr>
        <p:spPr>
          <a:xfrm>
            <a:off x="301415" y="472612"/>
            <a:ext cx="6651476" cy="807677"/>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Goal of AI</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0"/>
          <p:cNvSpPr txBox="1"/>
          <p:nvPr>
            <p:ph idx="1" type="body"/>
          </p:nvPr>
        </p:nvSpPr>
        <p:spPr>
          <a:xfrm>
            <a:off x="284163" y="1719552"/>
            <a:ext cx="8574087" cy="4707127"/>
          </a:xfrm>
          <a:prstGeom prst="rect">
            <a:avLst/>
          </a:prstGeom>
          <a:noFill/>
          <a:ln>
            <a:noFill/>
          </a:ln>
        </p:spPr>
        <p:txBody>
          <a:bodyPr anchorCtr="0" anchor="t" bIns="45700" lIns="91425" spcFirstLastPara="1" rIns="91425" wrap="square" tIns="45700">
            <a:normAutofit/>
          </a:bodyPr>
          <a:lstStyle/>
          <a:p>
            <a:pPr indent="-311150" lvl="0" marL="454025" rtl="0" algn="just">
              <a:lnSpc>
                <a:spcPct val="100000"/>
              </a:lnSpc>
              <a:spcBef>
                <a:spcPts val="0"/>
              </a:spcBef>
              <a:spcAft>
                <a:spcPts val="0"/>
              </a:spcAft>
              <a:buSzPts val="2250"/>
              <a:buFont typeface="Noto Sans Symbols"/>
              <a:buNone/>
            </a:pPr>
            <a:r>
              <a:rPr lang="en-US">
                <a:solidFill>
                  <a:schemeClr val="dk1"/>
                </a:solidFill>
                <a:latin typeface="Times New Roman"/>
                <a:ea typeface="Times New Roman"/>
                <a:cs typeface="Times New Roman"/>
                <a:sym typeface="Times New Roman"/>
              </a:rPr>
              <a:t>  Artificial Intelligence can be approached in </a:t>
            </a:r>
            <a:r>
              <a:rPr b="1" lang="en-US">
                <a:solidFill>
                  <a:schemeClr val="dk1"/>
                </a:solidFill>
                <a:latin typeface="Times New Roman"/>
                <a:ea typeface="Times New Roman"/>
                <a:cs typeface="Times New Roman"/>
                <a:sym typeface="Times New Roman"/>
              </a:rPr>
              <a:t>four main ways</a:t>
            </a:r>
            <a:r>
              <a:rPr lang="en-US">
                <a:solidFill>
                  <a:schemeClr val="dk1"/>
                </a:solidFill>
                <a:latin typeface="Times New Roman"/>
                <a:ea typeface="Times New Roman"/>
                <a:cs typeface="Times New Roman"/>
                <a:sym typeface="Times New Roman"/>
              </a:rPr>
              <a:t>, based on how intelligence is defined and measured:</a:t>
            </a:r>
            <a:endParaRPr>
              <a:solidFill>
                <a:srgbClr val="0000FF"/>
              </a:solidFill>
              <a:latin typeface="Times New Roman"/>
              <a:ea typeface="Times New Roman"/>
              <a:cs typeface="Times New Roman"/>
              <a:sym typeface="Times New Roman"/>
            </a:endParaRPr>
          </a:p>
        </p:txBody>
      </p:sp>
      <p:sp>
        <p:nvSpPr>
          <p:cNvPr id="398" name="Google Shape;398;p4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399" name="Google Shape;399;p40"/>
          <p:cNvSpPr txBox="1"/>
          <p:nvPr/>
        </p:nvSpPr>
        <p:spPr>
          <a:xfrm>
            <a:off x="301415" y="472612"/>
            <a:ext cx="6651476" cy="807677"/>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AI Approaches</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id="400" name="Google Shape;400;p40"/>
          <p:cNvPicPr preferRelativeResize="0"/>
          <p:nvPr/>
        </p:nvPicPr>
        <p:blipFill rotWithShape="1">
          <a:blip r:embed="rId3">
            <a:alphaModFix/>
          </a:blip>
          <a:srcRect b="0" l="0" r="0" t="0"/>
          <a:stretch/>
        </p:blipFill>
        <p:spPr>
          <a:xfrm>
            <a:off x="1429572" y="2588149"/>
            <a:ext cx="6355150" cy="4184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bc580676c6_1_35"/>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Autofit/>
          </a:bodyPr>
          <a:lstStyle/>
          <a:p>
            <a:pPr indent="-331470" lvl="0" marL="457200" rtl="0" algn="l">
              <a:lnSpc>
                <a:spcPct val="100000"/>
              </a:lnSpc>
              <a:spcBef>
                <a:spcPts val="140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Thinking Humanly (Cognitive Modeling Approach)</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This approach tries to model the </a:t>
            </a:r>
            <a:r>
              <a:rPr b="1" lang="en-US">
                <a:solidFill>
                  <a:schemeClr val="dk1"/>
                </a:solidFill>
                <a:latin typeface="Times New Roman"/>
                <a:ea typeface="Times New Roman"/>
                <a:cs typeface="Times New Roman"/>
                <a:sym typeface="Times New Roman"/>
              </a:rPr>
              <a:t>human thought process</a:t>
            </a:r>
            <a:r>
              <a:rPr lang="en-US">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Based on:</a:t>
            </a:r>
            <a:endParaRPr b="1">
              <a:solidFill>
                <a:schemeClr val="dk1"/>
              </a:solidFill>
              <a:latin typeface="Times New Roman"/>
              <a:ea typeface="Times New Roman"/>
              <a:cs typeface="Times New Roman"/>
              <a:sym typeface="Times New Roman"/>
            </a:endParaRPr>
          </a:p>
          <a:p>
            <a:pPr indent="-331469" lvl="2" marL="13716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Psychology</a:t>
            </a:r>
            <a:endParaRPr>
              <a:solidFill>
                <a:schemeClr val="dk1"/>
              </a:solidFill>
              <a:latin typeface="Times New Roman"/>
              <a:ea typeface="Times New Roman"/>
              <a:cs typeface="Times New Roman"/>
              <a:sym typeface="Times New Roman"/>
            </a:endParaRPr>
          </a:p>
          <a:p>
            <a:pPr indent="-331469" lvl="2" marL="13716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Cognitive science</a:t>
            </a:r>
            <a:endParaRPr>
              <a:solidFill>
                <a:schemeClr val="dk1"/>
              </a:solidFill>
              <a:latin typeface="Times New Roman"/>
              <a:ea typeface="Times New Roman"/>
              <a:cs typeface="Times New Roman"/>
              <a:sym typeface="Times New Roman"/>
            </a:endParaRPr>
          </a:p>
          <a:p>
            <a:pPr indent="-331469" lvl="2" marL="13716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Brain modeling</a:t>
            </a:r>
            <a:endParaRPr>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Example:</a:t>
            </a:r>
            <a:r>
              <a:rPr lang="en-US">
                <a:solidFill>
                  <a:schemeClr val="dk1"/>
                </a:solidFill>
                <a:latin typeface="Times New Roman"/>
                <a:ea typeface="Times New Roman"/>
                <a:cs typeface="Times New Roman"/>
                <a:sym typeface="Times New Roman"/>
              </a:rPr>
              <a:t> Cognitive architectures like ACT-R</a:t>
            </a:r>
            <a:endParaRPr>
              <a:solidFill>
                <a:schemeClr val="dk1"/>
              </a:solidFill>
              <a:latin typeface="Times New Roman"/>
              <a:ea typeface="Times New Roman"/>
              <a:cs typeface="Times New Roman"/>
              <a:sym typeface="Times New Roman"/>
            </a:endParaRPr>
          </a:p>
          <a:p>
            <a:pPr indent="-331470" lvl="0" marL="4572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Thinking Rationally (Laws of Thought Approach)</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This approach emphasizes </a:t>
            </a:r>
            <a:r>
              <a:rPr b="1" lang="en-US">
                <a:solidFill>
                  <a:schemeClr val="dk1"/>
                </a:solidFill>
                <a:latin typeface="Times New Roman"/>
                <a:ea typeface="Times New Roman"/>
                <a:cs typeface="Times New Roman"/>
                <a:sym typeface="Times New Roman"/>
              </a:rPr>
              <a:t>logical reasoning</a:t>
            </a:r>
            <a:r>
              <a:rPr lang="en-US">
                <a:solidFill>
                  <a:schemeClr val="dk1"/>
                </a:solidFill>
                <a:latin typeface="Times New Roman"/>
                <a:ea typeface="Times New Roman"/>
                <a:cs typeface="Times New Roman"/>
                <a:sym typeface="Times New Roman"/>
              </a:rPr>
              <a:t> to reach correct conclusions.</a:t>
            </a:r>
            <a:endParaRPr>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Uses:</a:t>
            </a:r>
            <a:endParaRPr b="1">
              <a:solidFill>
                <a:schemeClr val="dk1"/>
              </a:solidFill>
              <a:latin typeface="Times New Roman"/>
              <a:ea typeface="Times New Roman"/>
              <a:cs typeface="Times New Roman"/>
              <a:sym typeface="Times New Roman"/>
            </a:endParaRPr>
          </a:p>
          <a:p>
            <a:pPr indent="-331469" lvl="2" marL="13716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Formal logic</a:t>
            </a:r>
            <a:endParaRPr>
              <a:solidFill>
                <a:schemeClr val="dk1"/>
              </a:solidFill>
              <a:latin typeface="Times New Roman"/>
              <a:ea typeface="Times New Roman"/>
              <a:cs typeface="Times New Roman"/>
              <a:sym typeface="Times New Roman"/>
            </a:endParaRPr>
          </a:p>
          <a:p>
            <a:pPr indent="-331469" lvl="2" marL="13716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Mathematical reasoning</a:t>
            </a:r>
            <a:endParaRPr>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Limitation:</a:t>
            </a:r>
            <a:r>
              <a:rPr lang="en-US">
                <a:solidFill>
                  <a:schemeClr val="dk1"/>
                </a:solidFill>
                <a:latin typeface="Times New Roman"/>
                <a:ea typeface="Times New Roman"/>
                <a:cs typeface="Times New Roman"/>
                <a:sym typeface="Times New Roman"/>
              </a:rPr>
              <a:t> Not suitable for uncertainty and incomplete information.</a:t>
            </a:r>
            <a:endParaRPr>
              <a:solidFill>
                <a:srgbClr val="0000FF"/>
              </a:solidFill>
              <a:latin typeface="Times New Roman"/>
              <a:ea typeface="Times New Roman"/>
              <a:cs typeface="Times New Roman"/>
              <a:sym typeface="Times New Roman"/>
            </a:endParaRPr>
          </a:p>
        </p:txBody>
      </p:sp>
      <p:sp>
        <p:nvSpPr>
          <p:cNvPr id="406" name="Google Shape;406;g3bc580676c6_1_35"/>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07" name="Google Shape;407;g3bc580676c6_1_35"/>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rtl="0" algn="l">
              <a:lnSpc>
                <a:spcPct val="115000"/>
              </a:lnSpc>
              <a:spcBef>
                <a:spcPts val="0"/>
              </a:spcBef>
              <a:spcAft>
                <a:spcPts val="0"/>
              </a:spcAft>
              <a:buClr>
                <a:schemeClr val="lt1"/>
              </a:buClr>
              <a:buSzPts val="4000"/>
              <a:buFont typeface="Corbel"/>
              <a:buNone/>
            </a:pPr>
            <a:r>
              <a:t/>
            </a:r>
            <a:endParaRPr sz="4000">
              <a:solidFill>
                <a:srgbClr val="0000F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rgbClr val="0000FF"/>
              </a:buClr>
              <a:buSzPts val="4000"/>
              <a:buFont typeface="Times New Roman"/>
              <a:buNone/>
            </a:pPr>
            <a:r>
              <a:rPr lang="en-US" sz="4000">
                <a:solidFill>
                  <a:srgbClr val="0000FF"/>
                </a:solidFill>
                <a:latin typeface="Times New Roman"/>
                <a:ea typeface="Times New Roman"/>
                <a:cs typeface="Times New Roman"/>
                <a:sym typeface="Times New Roman"/>
              </a:rPr>
              <a:t>AI Approaches</a:t>
            </a:r>
            <a:r>
              <a:rPr lang="en-US" sz="4000">
                <a:solidFill>
                  <a:srgbClr val="0000FF"/>
                </a:solidFill>
                <a:highlight>
                  <a:srgbClr val="FFFF00"/>
                </a:highlight>
                <a:latin typeface="Times New Roman"/>
                <a:ea typeface="Times New Roman"/>
                <a:cs typeface="Times New Roman"/>
                <a:sym typeface="Times New Roman"/>
              </a:rPr>
              <a:t> </a:t>
            </a:r>
            <a:endParaRPr sz="4000">
              <a:solidFill>
                <a:srgbClr val="0000FF"/>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bc580676c6_1_29"/>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Autofit/>
          </a:bodyPr>
          <a:lstStyle/>
          <a:p>
            <a:pPr indent="-318770" lvl="0" marL="457200" rtl="0" algn="l">
              <a:lnSpc>
                <a:spcPct val="100000"/>
              </a:lnSpc>
              <a:spcBef>
                <a:spcPts val="1400"/>
              </a:spcBef>
              <a:spcAft>
                <a:spcPts val="0"/>
              </a:spcAft>
              <a:buClr>
                <a:schemeClr val="dk1"/>
              </a:buClr>
              <a:buSzPts val="1420"/>
              <a:buFont typeface="Times New Roman"/>
              <a:buChar char="●"/>
            </a:pPr>
            <a:r>
              <a:rPr b="1" lang="en-US" sz="2200">
                <a:solidFill>
                  <a:schemeClr val="dk1"/>
                </a:solidFill>
                <a:latin typeface="Times New Roman"/>
                <a:ea typeface="Times New Roman"/>
                <a:cs typeface="Times New Roman"/>
                <a:sym typeface="Times New Roman"/>
              </a:rPr>
              <a:t>Acting Humanly (Turing Test Approach)</a:t>
            </a:r>
            <a:endParaRPr b="1" sz="2200">
              <a:solidFill>
                <a:schemeClr val="dk1"/>
              </a:solidFill>
              <a:latin typeface="Times New Roman"/>
              <a:ea typeface="Times New Roman"/>
              <a:cs typeface="Times New Roman"/>
              <a:sym typeface="Times New Roman"/>
            </a:endParaRPr>
          </a:p>
          <a:p>
            <a:pPr indent="-318769" lvl="1" marL="914400" rtl="0" algn="l">
              <a:lnSpc>
                <a:spcPct val="100000"/>
              </a:lnSpc>
              <a:spcBef>
                <a:spcPts val="0"/>
              </a:spcBef>
              <a:spcAft>
                <a:spcPts val="0"/>
              </a:spcAft>
              <a:buClr>
                <a:schemeClr val="dk1"/>
              </a:buClr>
              <a:buSzPts val="1420"/>
              <a:buFont typeface="Times New Roman"/>
              <a:buChar char="○"/>
            </a:pPr>
            <a:r>
              <a:rPr lang="en-US" sz="2000">
                <a:solidFill>
                  <a:schemeClr val="dk1"/>
                </a:solidFill>
                <a:latin typeface="Times New Roman"/>
                <a:ea typeface="Times New Roman"/>
                <a:cs typeface="Times New Roman"/>
                <a:sym typeface="Times New Roman"/>
              </a:rPr>
              <a:t>This approach focuses on making machines behave like humans.</a:t>
            </a:r>
            <a:endParaRPr sz="2000">
              <a:solidFill>
                <a:schemeClr val="dk1"/>
              </a:solidFill>
              <a:latin typeface="Times New Roman"/>
              <a:ea typeface="Times New Roman"/>
              <a:cs typeface="Times New Roman"/>
              <a:sym typeface="Times New Roman"/>
            </a:endParaRPr>
          </a:p>
          <a:p>
            <a:pPr indent="-318769" lvl="1" marL="914400" rtl="0" algn="l">
              <a:lnSpc>
                <a:spcPct val="100000"/>
              </a:lnSpc>
              <a:spcBef>
                <a:spcPts val="0"/>
              </a:spcBef>
              <a:spcAft>
                <a:spcPts val="0"/>
              </a:spcAft>
              <a:buClr>
                <a:schemeClr val="dk1"/>
              </a:buClr>
              <a:buSzPts val="1420"/>
              <a:buFont typeface="Times New Roman"/>
              <a:buChar char="○"/>
            </a:pPr>
            <a:r>
              <a:rPr b="1" lang="en-US" sz="2000">
                <a:solidFill>
                  <a:schemeClr val="dk1"/>
                </a:solidFill>
                <a:latin typeface="Times New Roman"/>
                <a:ea typeface="Times New Roman"/>
                <a:cs typeface="Times New Roman"/>
                <a:sym typeface="Times New Roman"/>
              </a:rPr>
              <a:t>Requirements:</a:t>
            </a:r>
            <a:endParaRPr b="1" sz="20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Natural Language Processing</a:t>
            </a:r>
            <a:endParaRPr sz="18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Knowledge Representation</a:t>
            </a:r>
            <a:endParaRPr sz="18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Automated Reasoning</a:t>
            </a:r>
            <a:endParaRPr sz="18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Machine Learning</a:t>
            </a:r>
            <a:endParaRPr sz="18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Computer Vision &amp; Robotics (for total Turing Test)</a:t>
            </a:r>
            <a:endParaRPr sz="1800">
              <a:solidFill>
                <a:schemeClr val="dk1"/>
              </a:solidFill>
              <a:latin typeface="Times New Roman"/>
              <a:ea typeface="Times New Roman"/>
              <a:cs typeface="Times New Roman"/>
              <a:sym typeface="Times New Roman"/>
            </a:endParaRPr>
          </a:p>
          <a:p>
            <a:pPr indent="-318769" lvl="1" marL="914400" rtl="0" algn="l">
              <a:lnSpc>
                <a:spcPct val="100000"/>
              </a:lnSpc>
              <a:spcBef>
                <a:spcPts val="0"/>
              </a:spcBef>
              <a:spcAft>
                <a:spcPts val="0"/>
              </a:spcAft>
              <a:buClr>
                <a:schemeClr val="dk1"/>
              </a:buClr>
              <a:buSzPts val="1420"/>
              <a:buFont typeface="Times New Roman"/>
              <a:buChar char="○"/>
            </a:pPr>
            <a:r>
              <a:rPr b="1" lang="en-US" sz="2000">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Chatbots, virtual assistants</a:t>
            </a:r>
            <a:endParaRPr sz="2000">
              <a:solidFill>
                <a:schemeClr val="dk1"/>
              </a:solidFill>
              <a:latin typeface="Times New Roman"/>
              <a:ea typeface="Times New Roman"/>
              <a:cs typeface="Times New Roman"/>
              <a:sym typeface="Times New Roman"/>
            </a:endParaRPr>
          </a:p>
          <a:p>
            <a:pPr indent="-318770" lvl="0" marL="457200" rtl="0" algn="l">
              <a:lnSpc>
                <a:spcPct val="100000"/>
              </a:lnSpc>
              <a:spcBef>
                <a:spcPts val="0"/>
              </a:spcBef>
              <a:spcAft>
                <a:spcPts val="0"/>
              </a:spcAft>
              <a:buClr>
                <a:schemeClr val="dk1"/>
              </a:buClr>
              <a:buSzPts val="1420"/>
              <a:buFont typeface="Times New Roman"/>
              <a:buChar char="●"/>
            </a:pPr>
            <a:r>
              <a:rPr b="1" lang="en-US" sz="2200">
                <a:solidFill>
                  <a:schemeClr val="dk1"/>
                </a:solidFill>
                <a:latin typeface="Times New Roman"/>
                <a:ea typeface="Times New Roman"/>
                <a:cs typeface="Times New Roman"/>
                <a:sym typeface="Times New Roman"/>
              </a:rPr>
              <a:t>Acting Rationally (Rational Agent Approach-Mostly Used)</a:t>
            </a:r>
            <a:endParaRPr b="1" sz="2200">
              <a:solidFill>
                <a:schemeClr val="dk1"/>
              </a:solidFill>
              <a:latin typeface="Times New Roman"/>
              <a:ea typeface="Times New Roman"/>
              <a:cs typeface="Times New Roman"/>
              <a:sym typeface="Times New Roman"/>
            </a:endParaRPr>
          </a:p>
          <a:p>
            <a:pPr indent="-318769" lvl="1" marL="914400" rtl="0" algn="l">
              <a:lnSpc>
                <a:spcPct val="100000"/>
              </a:lnSpc>
              <a:spcBef>
                <a:spcPts val="0"/>
              </a:spcBef>
              <a:spcAft>
                <a:spcPts val="0"/>
              </a:spcAft>
              <a:buClr>
                <a:schemeClr val="dk1"/>
              </a:buClr>
              <a:buSzPts val="1420"/>
              <a:buFont typeface="Times New Roman"/>
              <a:buChar char="○"/>
            </a:pPr>
            <a:r>
              <a:rPr lang="en-US" sz="2000">
                <a:solidFill>
                  <a:schemeClr val="dk1"/>
                </a:solidFill>
                <a:latin typeface="Times New Roman"/>
                <a:ea typeface="Times New Roman"/>
                <a:cs typeface="Times New Roman"/>
                <a:sym typeface="Times New Roman"/>
              </a:rPr>
              <a:t>This approach focuses on agents that take actions to </a:t>
            </a:r>
            <a:r>
              <a:rPr b="1" lang="en-US" sz="2000">
                <a:solidFill>
                  <a:schemeClr val="dk1"/>
                </a:solidFill>
                <a:latin typeface="Times New Roman"/>
                <a:ea typeface="Times New Roman"/>
                <a:cs typeface="Times New Roman"/>
                <a:sym typeface="Times New Roman"/>
              </a:rPr>
              <a:t>maximize goal achievement</a:t>
            </a:r>
            <a:r>
              <a:rPr lang="en-US"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18769" lvl="1" marL="914400" rtl="0" algn="l">
              <a:lnSpc>
                <a:spcPct val="100000"/>
              </a:lnSpc>
              <a:spcBef>
                <a:spcPts val="0"/>
              </a:spcBef>
              <a:spcAft>
                <a:spcPts val="0"/>
              </a:spcAft>
              <a:buClr>
                <a:schemeClr val="dk1"/>
              </a:buClr>
              <a:buSzPts val="1420"/>
              <a:buFont typeface="Times New Roman"/>
              <a:buChar char="○"/>
            </a:pPr>
            <a:r>
              <a:rPr b="1" lang="en-US" sz="2000">
                <a:solidFill>
                  <a:schemeClr val="dk1"/>
                </a:solidFill>
                <a:latin typeface="Times New Roman"/>
                <a:ea typeface="Times New Roman"/>
                <a:cs typeface="Times New Roman"/>
                <a:sym typeface="Times New Roman"/>
              </a:rPr>
              <a:t>Characteristics:</a:t>
            </a:r>
            <a:endParaRPr b="1" sz="20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Perceive environment through sensors</a:t>
            </a:r>
            <a:endParaRPr sz="18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Act through actuators</a:t>
            </a:r>
            <a:endParaRPr sz="1800">
              <a:solidFill>
                <a:schemeClr val="dk1"/>
              </a:solidFill>
              <a:latin typeface="Times New Roman"/>
              <a:ea typeface="Times New Roman"/>
              <a:cs typeface="Times New Roman"/>
              <a:sym typeface="Times New Roman"/>
            </a:endParaRPr>
          </a:p>
          <a:p>
            <a:pPr indent="-318769" lvl="2" marL="1371600" rtl="0" algn="l">
              <a:lnSpc>
                <a:spcPct val="100000"/>
              </a:lnSpc>
              <a:spcBef>
                <a:spcPts val="0"/>
              </a:spcBef>
              <a:spcAft>
                <a:spcPts val="0"/>
              </a:spcAft>
              <a:buClr>
                <a:schemeClr val="dk1"/>
              </a:buClr>
              <a:buSzPts val="1420"/>
              <a:buFont typeface="Times New Roman"/>
              <a:buChar char="■"/>
            </a:pPr>
            <a:r>
              <a:rPr lang="en-US" sz="1800">
                <a:solidFill>
                  <a:schemeClr val="dk1"/>
                </a:solidFill>
                <a:latin typeface="Times New Roman"/>
                <a:ea typeface="Times New Roman"/>
                <a:cs typeface="Times New Roman"/>
                <a:sym typeface="Times New Roman"/>
              </a:rPr>
              <a:t>Choose optimal actions</a:t>
            </a:r>
            <a:endParaRPr sz="1800">
              <a:solidFill>
                <a:schemeClr val="dk1"/>
              </a:solidFill>
              <a:latin typeface="Times New Roman"/>
              <a:ea typeface="Times New Roman"/>
              <a:cs typeface="Times New Roman"/>
              <a:sym typeface="Times New Roman"/>
            </a:endParaRPr>
          </a:p>
          <a:p>
            <a:pPr indent="-318769" lvl="1" marL="914400" rtl="0" algn="l">
              <a:lnSpc>
                <a:spcPct val="100000"/>
              </a:lnSpc>
              <a:spcBef>
                <a:spcPts val="0"/>
              </a:spcBef>
              <a:spcAft>
                <a:spcPts val="0"/>
              </a:spcAft>
              <a:buClr>
                <a:schemeClr val="dk1"/>
              </a:buClr>
              <a:buSzPts val="1420"/>
              <a:buFont typeface="Times New Roman"/>
              <a:buChar char="○"/>
            </a:pPr>
            <a:r>
              <a:rPr b="1" lang="en-US" sz="2000">
                <a:solidFill>
                  <a:schemeClr val="dk1"/>
                </a:solidFill>
                <a:latin typeface="Times New Roman"/>
                <a:ea typeface="Times New Roman"/>
                <a:cs typeface="Times New Roman"/>
                <a:sym typeface="Times New Roman"/>
              </a:rPr>
              <a:t>Example:</a:t>
            </a:r>
            <a:r>
              <a:rPr lang="en-US" sz="2000">
                <a:solidFill>
                  <a:schemeClr val="dk1"/>
                </a:solidFill>
                <a:latin typeface="Times New Roman"/>
                <a:ea typeface="Times New Roman"/>
                <a:cs typeface="Times New Roman"/>
                <a:sym typeface="Times New Roman"/>
              </a:rPr>
              <a:t> Autonomous robots, self-driving cars</a:t>
            </a:r>
            <a:endParaRPr sz="2000">
              <a:solidFill>
                <a:srgbClr val="0000FF"/>
              </a:solidFill>
              <a:latin typeface="Times New Roman"/>
              <a:ea typeface="Times New Roman"/>
              <a:cs typeface="Times New Roman"/>
              <a:sym typeface="Times New Roman"/>
            </a:endParaRPr>
          </a:p>
        </p:txBody>
      </p:sp>
      <p:sp>
        <p:nvSpPr>
          <p:cNvPr id="413" name="Google Shape;413;g3bc580676c6_1_29"/>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14" name="Google Shape;414;g3bc580676c6_1_29"/>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rtl="0" algn="l">
              <a:lnSpc>
                <a:spcPct val="115000"/>
              </a:lnSpc>
              <a:spcBef>
                <a:spcPts val="0"/>
              </a:spcBef>
              <a:spcAft>
                <a:spcPts val="0"/>
              </a:spcAft>
              <a:buClr>
                <a:schemeClr val="lt1"/>
              </a:buClr>
              <a:buSzPts val="4000"/>
              <a:buFont typeface="Corbel"/>
              <a:buNone/>
            </a:pPr>
            <a:r>
              <a:t/>
            </a:r>
            <a:endParaRPr sz="4000">
              <a:solidFill>
                <a:srgbClr val="0000F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rgbClr val="0000FF"/>
              </a:buClr>
              <a:buSzPts val="4000"/>
              <a:buFont typeface="Times New Roman"/>
              <a:buNone/>
            </a:pPr>
            <a:r>
              <a:rPr lang="en-US" sz="4000">
                <a:solidFill>
                  <a:srgbClr val="0000FF"/>
                </a:solidFill>
                <a:latin typeface="Times New Roman"/>
                <a:ea typeface="Times New Roman"/>
                <a:cs typeface="Times New Roman"/>
                <a:sym typeface="Times New Roman"/>
              </a:rPr>
              <a:t>AI Approaches</a:t>
            </a:r>
            <a:r>
              <a:rPr lang="en-US" sz="4000">
                <a:solidFill>
                  <a:srgbClr val="0000FF"/>
                </a:solidFill>
                <a:highlight>
                  <a:srgbClr val="FFFF00"/>
                </a:highlight>
                <a:latin typeface="Times New Roman"/>
                <a:ea typeface="Times New Roman"/>
                <a:cs typeface="Times New Roman"/>
                <a:sym typeface="Times New Roman"/>
              </a:rPr>
              <a:t> </a:t>
            </a:r>
            <a:endParaRPr sz="4000">
              <a:solidFill>
                <a:srgbClr val="0000FF"/>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9"/>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b="1" lang="en-US">
                <a:solidFill>
                  <a:schemeClr val="dk1"/>
                </a:solidFill>
                <a:latin typeface="Times New Roman"/>
                <a:ea typeface="Times New Roman"/>
                <a:cs typeface="Times New Roman"/>
                <a:sym typeface="Times New Roman"/>
              </a:rPr>
              <a:t>Major Types of AI</a:t>
            </a:r>
            <a:endParaRPr b="1">
              <a:solidFill>
                <a:schemeClr val="dk1"/>
              </a:solidFill>
              <a:latin typeface="Times New Roman"/>
              <a:ea typeface="Times New Roman"/>
              <a:cs typeface="Times New Roman"/>
              <a:sym typeface="Times New Roman"/>
            </a:endParaRPr>
          </a:p>
          <a:p>
            <a:pPr indent="-381000" lvl="0" marL="457200" rtl="0" algn="l">
              <a:lnSpc>
                <a:spcPct val="100000"/>
              </a:lnSpc>
              <a:spcBef>
                <a:spcPts val="1200"/>
              </a:spcBef>
              <a:spcAft>
                <a:spcPts val="0"/>
              </a:spcAft>
              <a:buClr>
                <a:schemeClr val="dk1"/>
              </a:buClr>
              <a:buSzPts val="2400"/>
              <a:buFont typeface="Arial"/>
              <a:buAutoNum type="arabicPeriod"/>
            </a:pPr>
            <a:r>
              <a:rPr b="1" lang="en-US">
                <a:solidFill>
                  <a:schemeClr val="dk1"/>
                </a:solidFill>
                <a:latin typeface="Times New Roman"/>
                <a:ea typeface="Times New Roman"/>
                <a:cs typeface="Times New Roman"/>
                <a:sym typeface="Times New Roman"/>
              </a:rPr>
              <a:t>Narrow AI (Weak AI):</a:t>
            </a:r>
            <a:r>
              <a:rPr lang="en-US">
                <a:solidFill>
                  <a:schemeClr val="dk1"/>
                </a:solidFill>
                <a:latin typeface="Times New Roman"/>
                <a:ea typeface="Times New Roman"/>
                <a:cs typeface="Times New Roman"/>
                <a:sym typeface="Times New Roman"/>
              </a:rPr>
              <a:t> Designed for specific tasks</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a:t>
            </a:r>
            <a:r>
              <a:rPr i="1" lang="en-US">
                <a:solidFill>
                  <a:schemeClr val="dk1"/>
                </a:solidFill>
                <a:latin typeface="Times New Roman"/>
                <a:ea typeface="Times New Roman"/>
                <a:cs typeface="Times New Roman"/>
                <a:sym typeface="Times New Roman"/>
              </a:rPr>
              <a:t>Examples:</a:t>
            </a:r>
            <a:r>
              <a:rPr lang="en-US">
                <a:solidFill>
                  <a:schemeClr val="dk1"/>
                </a:solidFill>
                <a:latin typeface="Times New Roman"/>
                <a:ea typeface="Times New Roman"/>
                <a:cs typeface="Times New Roman"/>
                <a:sym typeface="Times New Roman"/>
              </a:rPr>
              <a:t> Voice assistants, recommendation systems</a:t>
            </a:r>
            <a:br>
              <a:rPr lang="en-US">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1"/>
              </a:buClr>
              <a:buSzPts val="2400"/>
              <a:buFont typeface="Arial"/>
              <a:buAutoNum type="arabicPeriod"/>
            </a:pPr>
            <a:r>
              <a:rPr b="1" lang="en-US">
                <a:solidFill>
                  <a:schemeClr val="dk1"/>
                </a:solidFill>
                <a:latin typeface="Times New Roman"/>
                <a:ea typeface="Times New Roman"/>
                <a:cs typeface="Times New Roman"/>
                <a:sym typeface="Times New Roman"/>
              </a:rPr>
              <a:t>General AI (Strong AI):</a:t>
            </a:r>
            <a:r>
              <a:rPr lang="en-US">
                <a:solidFill>
                  <a:schemeClr val="dk1"/>
                </a:solidFill>
                <a:latin typeface="Times New Roman"/>
                <a:ea typeface="Times New Roman"/>
                <a:cs typeface="Times New Roman"/>
                <a:sym typeface="Times New Roman"/>
              </a:rPr>
              <a:t> Can perform any intellectual task a human can (still theoretical)</a:t>
            </a:r>
            <a:br>
              <a:rPr lang="en-US">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1"/>
              </a:buClr>
              <a:buSzPts val="2400"/>
              <a:buFont typeface="Arial"/>
              <a:buAutoNum type="arabicPeriod"/>
            </a:pPr>
            <a:r>
              <a:rPr b="1" lang="en-US">
                <a:solidFill>
                  <a:schemeClr val="dk1"/>
                </a:solidFill>
                <a:latin typeface="Times New Roman"/>
                <a:ea typeface="Times New Roman"/>
                <a:cs typeface="Times New Roman"/>
                <a:sym typeface="Times New Roman"/>
              </a:rPr>
              <a:t>Super AI:</a:t>
            </a:r>
            <a:r>
              <a:rPr lang="en-US">
                <a:solidFill>
                  <a:schemeClr val="dk1"/>
                </a:solidFill>
                <a:latin typeface="Times New Roman"/>
                <a:ea typeface="Times New Roman"/>
                <a:cs typeface="Times New Roman"/>
                <a:sym typeface="Times New Roman"/>
              </a:rPr>
              <a:t> Exceeds human intelligence (conceptual/future)</a:t>
            </a:r>
            <a:endParaRPr>
              <a:solidFill>
                <a:schemeClr val="dk1"/>
              </a:solidFill>
              <a:latin typeface="Times New Roman"/>
              <a:ea typeface="Times New Roman"/>
              <a:cs typeface="Times New Roman"/>
              <a:sym typeface="Times New Roman"/>
            </a:endParaRPr>
          </a:p>
          <a:p>
            <a:pPr indent="-266063" lvl="2" marL="1260475" rtl="0" algn="just">
              <a:lnSpc>
                <a:spcPct val="100000"/>
              </a:lnSpc>
              <a:spcBef>
                <a:spcPts val="1200"/>
              </a:spcBef>
              <a:spcAft>
                <a:spcPts val="0"/>
              </a:spcAft>
              <a:buSzPts val="1260"/>
              <a:buFont typeface="Noto Sans Symbols"/>
              <a:buNone/>
            </a:pPr>
            <a:r>
              <a:t/>
            </a:r>
            <a:endParaRPr sz="2400">
              <a:solidFill>
                <a:srgbClr val="0000FF"/>
              </a:solidFill>
              <a:latin typeface="Times New Roman"/>
              <a:ea typeface="Times New Roman"/>
              <a:cs typeface="Times New Roman"/>
              <a:sym typeface="Times New Roman"/>
            </a:endParaRPr>
          </a:p>
        </p:txBody>
      </p:sp>
      <p:sp>
        <p:nvSpPr>
          <p:cNvPr id="420" name="Google Shape;420;p29"/>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21" name="Google Shape;421;p29"/>
          <p:cNvSpPr txBox="1"/>
          <p:nvPr/>
        </p:nvSpPr>
        <p:spPr>
          <a:xfrm>
            <a:off x="301415" y="472612"/>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b="0"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FF"/>
              </a:buClr>
              <a:buSzPts val="4000"/>
              <a:buFont typeface="Times New Roman"/>
              <a:buNone/>
            </a:pPr>
            <a:r>
              <a:rPr b="0" i="0" lang="en-US" sz="4000" u="none" cap="none" strike="noStrike">
                <a:solidFill>
                  <a:srgbClr val="0000FF"/>
                </a:solidFill>
                <a:latin typeface="Times New Roman"/>
                <a:ea typeface="Times New Roman"/>
                <a:cs typeface="Times New Roman"/>
                <a:sym typeface="Times New Roman"/>
              </a:rPr>
              <a:t>Types of AI</a:t>
            </a:r>
            <a:r>
              <a:rPr b="0" i="0" lang="en-US" sz="4000" u="none" cap="none" strike="noStrike">
                <a:solidFill>
                  <a:srgbClr val="0000FF"/>
                </a:solidFill>
                <a:highlight>
                  <a:srgbClr val="FFFF00"/>
                </a:highlight>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bc580676c6_1_55"/>
          <p:cNvSpPr txBox="1"/>
          <p:nvPr>
            <p:ph idx="1" type="body"/>
          </p:nvPr>
        </p:nvSpPr>
        <p:spPr>
          <a:xfrm>
            <a:off x="284163" y="1719552"/>
            <a:ext cx="8574000" cy="4707000"/>
          </a:xfrm>
          <a:prstGeom prst="rect">
            <a:avLst/>
          </a:prstGeom>
          <a:noFill/>
          <a:ln>
            <a:noFill/>
          </a:ln>
        </p:spPr>
        <p:txBody>
          <a:bodyPr anchorCtr="0" anchor="t" bIns="45700" lIns="91425" spcFirstLastPara="1" rIns="91425" wrap="square" tIns="45700">
            <a:noAutofit/>
          </a:bodyPr>
          <a:lstStyle/>
          <a:p>
            <a:pPr indent="-331470" lvl="0" marL="457200" rtl="0" algn="l">
              <a:lnSpc>
                <a:spcPct val="100000"/>
              </a:lnSpc>
              <a:spcBef>
                <a:spcPts val="140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Turing Test</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The </a:t>
            </a:r>
            <a:r>
              <a:rPr b="1" lang="en-US">
                <a:solidFill>
                  <a:schemeClr val="dk1"/>
                </a:solidFill>
                <a:latin typeface="Times New Roman"/>
                <a:ea typeface="Times New Roman"/>
                <a:cs typeface="Times New Roman"/>
                <a:sym typeface="Times New Roman"/>
              </a:rPr>
              <a:t>Turing Test</a:t>
            </a:r>
            <a:r>
              <a:rPr lang="en-US">
                <a:solidFill>
                  <a:schemeClr val="dk1"/>
                </a:solidFill>
                <a:latin typeface="Times New Roman"/>
                <a:ea typeface="Times New Roman"/>
                <a:cs typeface="Times New Roman"/>
                <a:sym typeface="Times New Roman"/>
              </a:rPr>
              <a:t> was proposed by </a:t>
            </a:r>
            <a:r>
              <a:rPr b="1" lang="en-US">
                <a:solidFill>
                  <a:schemeClr val="dk1"/>
                </a:solidFill>
                <a:latin typeface="Times New Roman"/>
                <a:ea typeface="Times New Roman"/>
                <a:cs typeface="Times New Roman"/>
                <a:sym typeface="Times New Roman"/>
              </a:rPr>
              <a:t>Alan Turing in 1950</a:t>
            </a:r>
            <a:r>
              <a:rPr lang="en-US">
                <a:solidFill>
                  <a:schemeClr val="dk1"/>
                </a:solidFill>
                <a:latin typeface="Times New Roman"/>
                <a:ea typeface="Times New Roman"/>
                <a:cs typeface="Times New Roman"/>
                <a:sym typeface="Times New Roman"/>
              </a:rPr>
              <a:t> to determine whether a machine can exhibit </a:t>
            </a:r>
            <a:r>
              <a:rPr b="1" lang="en-US">
                <a:solidFill>
                  <a:schemeClr val="dk1"/>
                </a:solidFill>
                <a:latin typeface="Times New Roman"/>
                <a:ea typeface="Times New Roman"/>
                <a:cs typeface="Times New Roman"/>
                <a:sym typeface="Times New Roman"/>
              </a:rPr>
              <a:t>human-like intelligence</a:t>
            </a:r>
            <a:r>
              <a:rPr lang="en-US">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31470" lvl="0" marL="4572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Basic Idea</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A machine is said to be intelligent if a </a:t>
            </a:r>
            <a:r>
              <a:rPr b="1" lang="en-US">
                <a:solidFill>
                  <a:schemeClr val="dk1"/>
                </a:solidFill>
                <a:latin typeface="Times New Roman"/>
                <a:ea typeface="Times New Roman"/>
                <a:cs typeface="Times New Roman"/>
                <a:sym typeface="Times New Roman"/>
              </a:rPr>
              <a:t>human evaluator cannot reliably distinguish</a:t>
            </a:r>
            <a:r>
              <a:rPr lang="en-US">
                <a:solidFill>
                  <a:schemeClr val="dk1"/>
                </a:solidFill>
                <a:latin typeface="Times New Roman"/>
                <a:ea typeface="Times New Roman"/>
                <a:cs typeface="Times New Roman"/>
                <a:sym typeface="Times New Roman"/>
              </a:rPr>
              <a:t> between responses from the machine and a human during a conversation.</a:t>
            </a:r>
            <a:endParaRPr>
              <a:solidFill>
                <a:schemeClr val="dk1"/>
              </a:solidFill>
              <a:latin typeface="Times New Roman"/>
              <a:ea typeface="Times New Roman"/>
              <a:cs typeface="Times New Roman"/>
              <a:sym typeface="Times New Roman"/>
            </a:endParaRPr>
          </a:p>
          <a:p>
            <a:pPr indent="-331470" lvl="0" marL="457200" rtl="0" algn="l">
              <a:lnSpc>
                <a:spcPct val="100000"/>
              </a:lnSpc>
              <a:spcBef>
                <a:spcPts val="0"/>
              </a:spcBef>
              <a:spcAft>
                <a:spcPts val="0"/>
              </a:spcAft>
              <a:buClr>
                <a:schemeClr val="dk1"/>
              </a:buClr>
              <a:buSzPts val="1620"/>
              <a:buFont typeface="Times New Roman"/>
              <a:buChar char="●"/>
            </a:pPr>
            <a:r>
              <a:rPr b="1" lang="en-US">
                <a:solidFill>
                  <a:schemeClr val="dk1"/>
                </a:solidFill>
                <a:latin typeface="Times New Roman"/>
                <a:ea typeface="Times New Roman"/>
                <a:cs typeface="Times New Roman"/>
                <a:sym typeface="Times New Roman"/>
              </a:rPr>
              <a:t>Test Setup</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One </a:t>
            </a:r>
            <a:r>
              <a:rPr b="1" lang="en-US">
                <a:solidFill>
                  <a:schemeClr val="dk1"/>
                </a:solidFill>
                <a:latin typeface="Times New Roman"/>
                <a:ea typeface="Times New Roman"/>
                <a:cs typeface="Times New Roman"/>
                <a:sym typeface="Times New Roman"/>
              </a:rPr>
              <a:t>human judge</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One </a:t>
            </a:r>
            <a:r>
              <a:rPr b="1" lang="en-US">
                <a:solidFill>
                  <a:schemeClr val="dk1"/>
                </a:solidFill>
                <a:latin typeface="Times New Roman"/>
                <a:ea typeface="Times New Roman"/>
                <a:cs typeface="Times New Roman"/>
                <a:sym typeface="Times New Roman"/>
              </a:rPr>
              <a:t>human</a:t>
            </a:r>
            <a:endParaRPr b="1">
              <a:solidFill>
                <a:schemeClr val="dk1"/>
              </a:solidFill>
              <a:latin typeface="Times New Roman"/>
              <a:ea typeface="Times New Roman"/>
              <a:cs typeface="Times New Roman"/>
              <a:sym typeface="Times New Roman"/>
            </a:endParaRPr>
          </a:p>
          <a:p>
            <a:pPr indent="-331469" lvl="1" marL="9144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One </a:t>
            </a:r>
            <a:r>
              <a:rPr b="1" lang="en-US">
                <a:solidFill>
                  <a:schemeClr val="dk1"/>
                </a:solidFill>
                <a:latin typeface="Times New Roman"/>
                <a:ea typeface="Times New Roman"/>
                <a:cs typeface="Times New Roman"/>
                <a:sym typeface="Times New Roman"/>
              </a:rPr>
              <a:t>machine</a:t>
            </a:r>
            <a:endParaRPr b="1">
              <a:solidFill>
                <a:schemeClr val="dk1"/>
              </a:solidFill>
              <a:latin typeface="Times New Roman"/>
              <a:ea typeface="Times New Roman"/>
              <a:cs typeface="Times New Roman"/>
              <a:sym typeface="Times New Roman"/>
            </a:endParaRPr>
          </a:p>
          <a:p>
            <a:pPr indent="-331470" lvl="0" marL="4572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Communication is done </a:t>
            </a:r>
            <a:r>
              <a:rPr b="1" lang="en-US">
                <a:solidFill>
                  <a:schemeClr val="dk1"/>
                </a:solidFill>
                <a:latin typeface="Times New Roman"/>
                <a:ea typeface="Times New Roman"/>
                <a:cs typeface="Times New Roman"/>
                <a:sym typeface="Times New Roman"/>
              </a:rPr>
              <a:t>only via text</a:t>
            </a:r>
            <a:r>
              <a:rPr lang="en-US">
                <a:solidFill>
                  <a:schemeClr val="dk1"/>
                </a:solidFill>
                <a:latin typeface="Times New Roman"/>
                <a:ea typeface="Times New Roman"/>
                <a:cs typeface="Times New Roman"/>
                <a:sym typeface="Times New Roman"/>
              </a:rPr>
              <a:t> (to avoid physical clues)</a:t>
            </a:r>
            <a:endParaRPr>
              <a:solidFill>
                <a:schemeClr val="dk1"/>
              </a:solidFill>
              <a:latin typeface="Times New Roman"/>
              <a:ea typeface="Times New Roman"/>
              <a:cs typeface="Times New Roman"/>
              <a:sym typeface="Times New Roman"/>
            </a:endParaRPr>
          </a:p>
          <a:p>
            <a:pPr indent="-331470" lvl="0" marL="457200" rtl="0" algn="l">
              <a:lnSpc>
                <a:spcPct val="100000"/>
              </a:lnSpc>
              <a:spcBef>
                <a:spcPts val="0"/>
              </a:spcBef>
              <a:spcAft>
                <a:spcPts val="0"/>
              </a:spcAft>
              <a:buClr>
                <a:schemeClr val="dk1"/>
              </a:buClr>
              <a:buSzPts val="1620"/>
              <a:buFont typeface="Times New Roman"/>
              <a:buChar char="●"/>
            </a:pPr>
            <a:r>
              <a:rPr lang="en-US">
                <a:solidFill>
                  <a:schemeClr val="dk1"/>
                </a:solidFill>
                <a:latin typeface="Times New Roman"/>
                <a:ea typeface="Times New Roman"/>
                <a:cs typeface="Times New Roman"/>
                <a:sym typeface="Times New Roman"/>
              </a:rPr>
              <a:t>If the judge fails to identify the machine correctly, the machine </a:t>
            </a:r>
            <a:endParaRPr sz="2400">
              <a:solidFill>
                <a:srgbClr val="0000FF"/>
              </a:solidFill>
              <a:latin typeface="Times New Roman"/>
              <a:ea typeface="Times New Roman"/>
              <a:cs typeface="Times New Roman"/>
              <a:sym typeface="Times New Roman"/>
            </a:endParaRPr>
          </a:p>
        </p:txBody>
      </p:sp>
      <p:sp>
        <p:nvSpPr>
          <p:cNvPr id="427" name="Google Shape;427;g3bc580676c6_1_55"/>
          <p:cNvSpPr txBox="1"/>
          <p:nvPr>
            <p:ph idx="12" type="sldNum"/>
          </p:nvPr>
        </p:nvSpPr>
        <p:spPr>
          <a:xfrm>
            <a:off x="8306459" y="167347"/>
            <a:ext cx="630600" cy="3597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28" name="Google Shape;428;g3bc580676c6_1_55"/>
          <p:cNvSpPr txBox="1"/>
          <p:nvPr/>
        </p:nvSpPr>
        <p:spPr>
          <a:xfrm>
            <a:off x="301415" y="517533"/>
            <a:ext cx="6651600" cy="807600"/>
          </a:xfrm>
          <a:prstGeom prst="rect">
            <a:avLst/>
          </a:prstGeom>
          <a:solidFill>
            <a:srgbClr val="FFFF66"/>
          </a:solidFill>
          <a:ln>
            <a:noFill/>
          </a:ln>
        </p:spPr>
        <p:txBody>
          <a:bodyPr anchorCtr="0" anchor="b" bIns="45700" lIns="91425" spcFirstLastPara="1" rIns="91425" wrap="square" tIns="45700">
            <a:noAutofit/>
          </a:bodyPr>
          <a:lstStyle/>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lt1"/>
              </a:buClr>
              <a:buSzPts val="4000"/>
              <a:buFont typeface="Corbel"/>
              <a:buNone/>
            </a:pPr>
            <a:r>
              <a:t/>
            </a:r>
            <a:endParaRPr i="0" sz="4000" u="none" cap="none" strike="noStrike">
              <a:solidFill>
                <a:srgbClr val="0000FF"/>
              </a:solidFill>
              <a:latin typeface="Times New Roman"/>
              <a:ea typeface="Times New Roman"/>
              <a:cs typeface="Times New Roman"/>
              <a:sym typeface="Times New Roman"/>
            </a:endParaRPr>
          </a:p>
          <a:p>
            <a:pPr indent="0" lvl="0" marL="0" rtl="0" algn="l">
              <a:lnSpc>
                <a:spcPct val="115000"/>
              </a:lnSpc>
              <a:spcBef>
                <a:spcPts val="1400"/>
              </a:spcBef>
              <a:spcAft>
                <a:spcPts val="400"/>
              </a:spcAft>
              <a:buClr>
                <a:schemeClr val="dk1"/>
              </a:buClr>
              <a:buSzPts val="1100"/>
              <a:buFont typeface="Arial"/>
              <a:buNone/>
            </a:pPr>
            <a:r>
              <a:rPr b="1" lang="en-US" sz="4000">
                <a:solidFill>
                  <a:srgbClr val="0000FF"/>
                </a:solidFill>
                <a:latin typeface="Times New Roman"/>
                <a:ea typeface="Times New Roman"/>
                <a:cs typeface="Times New Roman"/>
                <a:sym typeface="Times New Roman"/>
              </a:rPr>
              <a:t>Turing Test</a:t>
            </a:r>
            <a:endParaRPr sz="4000">
              <a:solidFill>
                <a:srgbClr val="0000FF"/>
              </a:solidFill>
              <a:latin typeface="Times New Roman"/>
              <a:ea typeface="Times New Roman"/>
              <a:cs typeface="Times New Roman"/>
              <a:sym typeface="Times New Roman"/>
            </a:endParaRPr>
          </a:p>
        </p:txBody>
      </p:sp>
      <p:pic>
        <p:nvPicPr>
          <p:cNvPr id="429" name="Google Shape;429;g3bc580676c6_1_55"/>
          <p:cNvPicPr preferRelativeResize="0"/>
          <p:nvPr/>
        </p:nvPicPr>
        <p:blipFill>
          <a:blip r:embed="rId3">
            <a:alphaModFix/>
          </a:blip>
          <a:stretch>
            <a:fillRect/>
          </a:stretch>
        </p:blipFill>
        <p:spPr>
          <a:xfrm>
            <a:off x="3635375" y="4509548"/>
            <a:ext cx="4618076" cy="1454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2"/>
          <p:cNvSpPr txBox="1"/>
          <p:nvPr/>
        </p:nvSpPr>
        <p:spPr>
          <a:xfrm>
            <a:off x="422731" y="2067170"/>
            <a:ext cx="7809000" cy="3417000"/>
          </a:xfrm>
          <a:prstGeom prst="rect">
            <a:avLst/>
          </a:prstGeom>
          <a:noFill/>
          <a:ln>
            <a:noFill/>
          </a:ln>
        </p:spPr>
        <p:txBody>
          <a:bodyPr anchorCtr="0" anchor="t" bIns="45700" lIns="91425" spcFirstLastPara="1" rIns="91425" wrap="square" tIns="45700">
            <a:spAutoFit/>
          </a:bodyPr>
          <a:lstStyle/>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Philosophy</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Mathematics</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Economics</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Neuroscience</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Psychology</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Computer engineering</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Control theory and cybernetics</a:t>
            </a:r>
            <a:endParaRPr b="0" i="0" sz="2400" u="none" cap="none" strike="noStrike">
              <a:solidFill>
                <a:srgbClr val="000000"/>
              </a:solidFill>
              <a:latin typeface="Arial"/>
              <a:ea typeface="Arial"/>
              <a:cs typeface="Arial"/>
              <a:sym typeface="Arial"/>
            </a:endParaRPr>
          </a:p>
          <a:p>
            <a:pPr indent="-311150" lvl="0" marL="285750" marR="0" rtl="0" algn="l">
              <a:lnSpc>
                <a:spcPct val="100000"/>
              </a:lnSpc>
              <a:spcBef>
                <a:spcPts val="0"/>
              </a:spcBef>
              <a:spcAft>
                <a:spcPts val="0"/>
              </a:spcAft>
              <a:buClr>
                <a:srgbClr val="0000FF"/>
              </a:buClr>
              <a:buSzPts val="2400"/>
              <a:buFont typeface="Noto Sans Symbols"/>
              <a:buChar char="✔"/>
            </a:pPr>
            <a:r>
              <a:rPr b="0" i="0" lang="en-US" sz="2400" u="none" cap="none" strike="noStrike">
                <a:solidFill>
                  <a:srgbClr val="0000FF"/>
                </a:solidFill>
                <a:latin typeface="Times New Roman"/>
                <a:ea typeface="Times New Roman"/>
                <a:cs typeface="Times New Roman"/>
                <a:sym typeface="Times New Roman"/>
              </a:rPr>
              <a:t>Linguistics</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400" u="none" cap="none" strike="noStrike">
              <a:solidFill>
                <a:srgbClr val="0000FF"/>
              </a:solidFill>
              <a:latin typeface="Times New Roman"/>
              <a:ea typeface="Times New Roman"/>
              <a:cs typeface="Times New Roman"/>
              <a:sym typeface="Times New Roman"/>
            </a:endParaRPr>
          </a:p>
        </p:txBody>
      </p:sp>
      <p:sp>
        <p:nvSpPr>
          <p:cNvPr id="435" name="Google Shape;435;p4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36" name="Google Shape;436;p42"/>
          <p:cNvSpPr txBox="1"/>
          <p:nvPr/>
        </p:nvSpPr>
        <p:spPr>
          <a:xfrm>
            <a:off x="421341" y="472613"/>
            <a:ext cx="7808976" cy="807677"/>
          </a:xfrm>
          <a:prstGeom prst="rect">
            <a:avLst/>
          </a:prstGeom>
          <a:noFill/>
          <a:ln cap="flat" cmpd="sng" w="9525">
            <a:solidFill>
              <a:schemeClr val="accent1"/>
            </a:solidFill>
            <a:prstDash val="solid"/>
            <a:round/>
            <a:headEnd len="sm" w="sm" type="none"/>
            <a:tailEnd len="sm" w="sm" type="none"/>
          </a:ln>
        </p:spPr>
        <p:txBody>
          <a:bodyPr anchorCtr="0" anchor="b" bIns="45700" lIns="91425" spcFirstLastPara="1" rIns="91425" wrap="square" tIns="45700">
            <a:normAutofit/>
          </a:bodyPr>
          <a:lstStyle/>
          <a:p>
            <a:pPr indent="0" lvl="0" marL="0" marR="0" rtl="0" algn="l">
              <a:lnSpc>
                <a:spcPct val="109523"/>
              </a:lnSpc>
              <a:spcBef>
                <a:spcPts val="0"/>
              </a:spcBef>
              <a:spcAft>
                <a:spcPts val="0"/>
              </a:spcAft>
              <a:buClr>
                <a:srgbClr val="0000FF"/>
              </a:buClr>
              <a:buSzPts val="4200"/>
              <a:buFont typeface="Times New Roman"/>
              <a:buNone/>
            </a:pPr>
            <a:r>
              <a:rPr b="0" i="0" lang="en-US" sz="4200" u="none" cap="none" strike="noStrike">
                <a:solidFill>
                  <a:srgbClr val="0000FF"/>
                </a:solidFill>
                <a:highlight>
                  <a:srgbClr val="FFFF00"/>
                </a:highlight>
                <a:latin typeface="Times New Roman"/>
                <a:ea typeface="Times New Roman"/>
                <a:cs typeface="Times New Roman"/>
                <a:sym typeface="Times New Roman"/>
              </a:rPr>
              <a:t>The Foundation of AI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a17cc22cd7_0_0"/>
          <p:cNvSpPr txBox="1"/>
          <p:nvPr/>
        </p:nvSpPr>
        <p:spPr>
          <a:xfrm>
            <a:off x="290275" y="1113825"/>
            <a:ext cx="8777400" cy="1569900"/>
          </a:xfrm>
          <a:prstGeom prst="rect">
            <a:avLst/>
          </a:prstGeom>
          <a:noFill/>
          <a:ln>
            <a:noFill/>
          </a:ln>
        </p:spPr>
        <p:txBody>
          <a:bodyPr anchorCtr="0" anchor="t" bIns="45700" lIns="91425" spcFirstLastPara="1" rIns="91425" wrap="square" tIns="45700">
            <a:spAutoFit/>
          </a:bodyPr>
          <a:lstStyle/>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Describe the ‘Acting Humanly’ perspective for defining Artificial Intelligence.</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dk1"/>
              </a:buClr>
              <a:buSzPts val="2400"/>
              <a:buFont typeface="Times New Roman"/>
              <a:buAutoNum type="arabicPeriod"/>
            </a:pPr>
            <a:r>
              <a:rPr b="0" i="0" lang="en-US" sz="2400" u="none" cap="none" strike="noStrike">
                <a:solidFill>
                  <a:schemeClr val="dk1"/>
                </a:solidFill>
                <a:latin typeface="Times New Roman"/>
                <a:ea typeface="Times New Roman"/>
                <a:cs typeface="Times New Roman"/>
                <a:sym typeface="Times New Roman"/>
              </a:rPr>
              <a:t>Describe the Turing Test that can be used to test the ‘Acting humanly’ perspective.</a:t>
            </a:r>
            <a:endParaRPr b="0" i="0" sz="2400" u="none" cap="none" strike="noStrike">
              <a:solidFill>
                <a:schemeClr val="dk1"/>
              </a:solidFill>
              <a:latin typeface="Times New Roman"/>
              <a:ea typeface="Times New Roman"/>
              <a:cs typeface="Times New Roman"/>
              <a:sym typeface="Times New Roman"/>
            </a:endParaRPr>
          </a:p>
        </p:txBody>
      </p:sp>
      <p:sp>
        <p:nvSpPr>
          <p:cNvPr id="442" name="Google Shape;442;g3a17cc22cd7_0_0"/>
          <p:cNvSpPr txBox="1"/>
          <p:nvPr/>
        </p:nvSpPr>
        <p:spPr>
          <a:xfrm>
            <a:off x="0" y="0"/>
            <a:ext cx="7665300" cy="720000"/>
          </a:xfrm>
          <a:prstGeom prst="rect">
            <a:avLst/>
          </a:prstGeom>
          <a:solidFill>
            <a:srgbClr val="FFFF00"/>
          </a:solidFill>
          <a:ln>
            <a:noFill/>
          </a:ln>
        </p:spPr>
        <p:txBody>
          <a:bodyPr anchorCtr="0" anchor="b" bIns="45700" lIns="91425" spcFirstLastPara="1" rIns="91425" wrap="square" tIns="45700">
            <a:normAutofit lnSpcReduction="20000"/>
          </a:bodyPr>
          <a:lstStyle/>
          <a:p>
            <a:pPr indent="0" lvl="0" marL="0" marR="0" rtl="0" algn="l">
              <a:lnSpc>
                <a:spcPct val="109523"/>
              </a:lnSpc>
              <a:spcBef>
                <a:spcPts val="0"/>
              </a:spcBef>
              <a:spcAft>
                <a:spcPts val="0"/>
              </a:spcAft>
              <a:buClr>
                <a:srgbClr val="000000"/>
              </a:buClr>
              <a:buSzPts val="4200"/>
              <a:buFont typeface="Arial"/>
              <a:buNone/>
            </a:pPr>
            <a:r>
              <a:rPr b="1" i="0" lang="en-US" sz="4200" u="none" cap="none" strike="noStrike">
                <a:solidFill>
                  <a:srgbClr val="0000FF"/>
                </a:solidFill>
                <a:latin typeface="Times New Roman"/>
                <a:ea typeface="Times New Roman"/>
                <a:cs typeface="Times New Roman"/>
                <a:sym typeface="Times New Roman"/>
              </a:rPr>
              <a:t>Exercise</a:t>
            </a:r>
            <a:endParaRPr b="0" i="0" sz="4200" u="none" cap="none" strike="noStrike">
              <a:solidFill>
                <a:srgbClr val="0000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2018-12-10T17:20:29Z</dcterms:created>
  <dc:creator>Mahbubul Syeed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