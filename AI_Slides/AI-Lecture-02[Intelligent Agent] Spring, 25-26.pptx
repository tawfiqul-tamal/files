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6858000" cx="9144000"/>
  <p:notesSz cx="6858000" cy="9144000"/>
  <p:embeddedFontLst>
    <p:embeddedFont>
      <p:font typeface="Corbel"/>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7" roundtripDataSignature="AMtx7miu3O7rpmHqBAhnZQO3+XKu5+e0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3C4A92-193A-4B1E-9240-EDF820CFA951}">
  <a:tblStyle styleId="{E33C4A92-193A-4B1E-9240-EDF820CFA951}"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E6E6E6"/>
          </a:solidFill>
        </a:fill>
      </a:tcStyle>
    </a:wholeTbl>
    <a:band1H>
      <a:tcTxStyle b="off" i="off"/>
      <a:tcStyle>
        <a:fill>
          <a:solidFill>
            <a:srgbClr val="CACACA"/>
          </a:solidFill>
        </a:fill>
      </a:tcStyle>
    </a:band1H>
    <a:band2H>
      <a:tcTxStyle b="off" i="off"/>
    </a:band2H>
    <a:band1V>
      <a:tcTxStyle b="off" i="off"/>
      <a:tcStyle>
        <a:fill>
          <a:solidFill>
            <a:srgbClr val="CACACA"/>
          </a:solidFill>
        </a:fill>
      </a:tcStyle>
    </a:band1V>
    <a:band2V>
      <a:tcTxStyle b="off" i="off"/>
    </a:band2V>
    <a:lastCol>
      <a:tcTxStyle b="on" i="off"/>
    </a:lastCol>
    <a:firstCol>
      <a:tcTxStyle b="on" i="off"/>
    </a:firstCol>
    <a:lastRow>
      <a:tcTxStyle b="on" i="off"/>
      <a:tcStyle>
        <a:tcBdr>
          <a:top>
            <a:ln cap="flat" cmpd="sng" w="25400">
              <a:solidFill>
                <a:schemeClr val="dk1"/>
              </a:solidFill>
              <a:prstDash val="solid"/>
              <a:round/>
              <a:headEnd len="sm" w="sm" type="none"/>
              <a:tailEnd len="sm" w="sm" type="none"/>
            </a:ln>
          </a:top>
        </a:tcBdr>
        <a:fill>
          <a:solidFill>
            <a:srgbClr val="E6E6E6"/>
          </a:solidFill>
        </a:fill>
      </a:tcStyle>
    </a:lastRow>
    <a:seCell>
      <a:tcTxStyle b="off" i="off"/>
    </a:seCell>
    <a:swCell>
      <a:tcTxStyle b="off" i="off"/>
    </a:swCell>
    <a:firstRow>
      <a:tcTxStyle b="on" i="off"/>
      <a:tcStyle>
        <a:fill>
          <a:solidFill>
            <a:srgbClr val="E6E6E6"/>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Corbel-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Corbel-italic.fntdata"/><Relationship Id="rId10" Type="http://schemas.openxmlformats.org/officeDocument/2006/relationships/slide" Target="slides/slide4.xml"/><Relationship Id="rId54" Type="http://schemas.openxmlformats.org/officeDocument/2006/relationships/font" Target="fonts/Corbel-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Corbel-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c5a2dba4d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3bc5a2dba4d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 name="Google Shape;42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3" name="Google Shape;433;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9" name="Google Shape;439;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5" name="Google Shape;465;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8" name="Google Shape;478;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9b86a2f4ba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5" name="Google Shape;485;g39b86a2f4ba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9ac0836ebe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g39ac0836ebe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a11fdaea18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 name="Google Shape;498;g3a11fdaea18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5"/>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5"/>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6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65"/>
          <p:cNvSpPr/>
          <p:nvPr/>
        </p:nvSpPr>
        <p:spPr>
          <a:xfrm>
            <a:off x="284163" y="444728"/>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16" name="Google Shape;16;p65"/>
          <p:cNvGrpSpPr/>
          <p:nvPr/>
        </p:nvGrpSpPr>
        <p:grpSpPr>
          <a:xfrm>
            <a:off x="284163" y="1906542"/>
            <a:ext cx="8576373" cy="137411"/>
            <a:chOff x="284163" y="1759424"/>
            <a:chExt cx="8576373" cy="137411"/>
          </a:xfrm>
        </p:grpSpPr>
        <p:sp>
          <p:nvSpPr>
            <p:cNvPr id="17" name="Google Shape;17;p65"/>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 name="Google Shape;18;p65"/>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 name="Google Shape;19;p65"/>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0" name="Google Shape;20;p65"/>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sz="4200">
                <a:solidFill>
                  <a:schemeClr val="lt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5"/>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A5A5A5"/>
              </a:buClr>
              <a:buSzPts val="1620"/>
              <a:buFont typeface="Noto Sans Symbols"/>
              <a:buNone/>
              <a:defRPr sz="1800">
                <a:solidFill>
                  <a:schemeClr val="lt1"/>
                </a:solidFill>
                <a:latin typeface="Calibri"/>
                <a:ea typeface="Calibri"/>
                <a:cs typeface="Calibri"/>
                <a:sym typeface="Calibri"/>
              </a:defRPr>
            </a:lvl1pPr>
            <a:lvl2pPr lvl="1" algn="ctr">
              <a:lnSpc>
                <a:spcPct val="100000"/>
              </a:lnSpc>
              <a:spcBef>
                <a:spcPts val="600"/>
              </a:spcBef>
              <a:spcAft>
                <a:spcPts val="0"/>
              </a:spcAft>
              <a:buSzPts val="1980"/>
              <a:buNone/>
              <a:defRPr>
                <a:solidFill>
                  <a:srgbClr val="888888"/>
                </a:solidFill>
              </a:defRPr>
            </a:lvl2pPr>
            <a:lvl3pPr lvl="2" algn="ctr">
              <a:lnSpc>
                <a:spcPct val="100000"/>
              </a:lnSpc>
              <a:spcBef>
                <a:spcPts val="600"/>
              </a:spcBef>
              <a:spcAft>
                <a:spcPts val="0"/>
              </a:spcAft>
              <a:buSzPts val="1800"/>
              <a:buNone/>
              <a:defRPr>
                <a:solidFill>
                  <a:srgbClr val="888888"/>
                </a:solidFill>
              </a:defRPr>
            </a:lvl3pPr>
            <a:lvl4pPr lvl="3" algn="ctr">
              <a:lnSpc>
                <a:spcPct val="100000"/>
              </a:lnSpc>
              <a:spcBef>
                <a:spcPts val="600"/>
              </a:spcBef>
              <a:spcAft>
                <a:spcPts val="0"/>
              </a:spcAft>
              <a:buSzPts val="1620"/>
              <a:buNone/>
              <a:defRPr>
                <a:solidFill>
                  <a:srgbClr val="888888"/>
                </a:solidFill>
              </a:defRPr>
            </a:lvl4pPr>
            <a:lvl5pPr lvl="4" algn="ctr">
              <a:lnSpc>
                <a:spcPct val="100000"/>
              </a:lnSpc>
              <a:spcBef>
                <a:spcPts val="600"/>
              </a:spcBef>
              <a:spcAft>
                <a:spcPts val="0"/>
              </a:spcAft>
              <a:buSzPts val="1620"/>
              <a:buNone/>
              <a:defRPr>
                <a:solidFill>
                  <a:srgbClr val="888888"/>
                </a:solidFill>
              </a:defRPr>
            </a:lvl5pPr>
            <a:lvl6pPr lvl="5" algn="ctr">
              <a:lnSpc>
                <a:spcPct val="100000"/>
              </a:lnSpc>
              <a:spcBef>
                <a:spcPts val="600"/>
              </a:spcBef>
              <a:spcAft>
                <a:spcPts val="0"/>
              </a:spcAft>
              <a:buSzPts val="1620"/>
              <a:buNone/>
              <a:defRPr>
                <a:solidFill>
                  <a:srgbClr val="888888"/>
                </a:solidFill>
              </a:defRPr>
            </a:lvl6pPr>
            <a:lvl7pPr lvl="6" algn="ctr">
              <a:lnSpc>
                <a:spcPct val="100000"/>
              </a:lnSpc>
              <a:spcBef>
                <a:spcPts val="600"/>
              </a:spcBef>
              <a:spcAft>
                <a:spcPts val="0"/>
              </a:spcAft>
              <a:buSzPts val="1620"/>
              <a:buNone/>
              <a:defRPr>
                <a:solidFill>
                  <a:srgbClr val="888888"/>
                </a:solidFill>
              </a:defRPr>
            </a:lvl7pPr>
            <a:lvl8pPr lvl="7" algn="ctr">
              <a:lnSpc>
                <a:spcPct val="100000"/>
              </a:lnSpc>
              <a:spcBef>
                <a:spcPts val="600"/>
              </a:spcBef>
              <a:spcAft>
                <a:spcPts val="0"/>
              </a:spcAft>
              <a:buSzPts val="1620"/>
              <a:buNone/>
              <a:defRPr>
                <a:solidFill>
                  <a:srgbClr val="888888"/>
                </a:solidFill>
              </a:defRPr>
            </a:lvl8pPr>
            <a:lvl9pPr lvl="8" algn="ctr">
              <a:lnSpc>
                <a:spcPct val="100000"/>
              </a:lnSpc>
              <a:spcBef>
                <a:spcPts val="600"/>
              </a:spcBef>
              <a:spcAft>
                <a:spcPts val="0"/>
              </a:spcAft>
              <a:buSzPts val="1620"/>
              <a:buNone/>
              <a:defRPr>
                <a:solidFill>
                  <a:srgbClr val="888888"/>
                </a:solidFill>
              </a:defRPr>
            </a:lvl9pPr>
          </a:lstStyle>
          <a:p/>
        </p:txBody>
      </p:sp>
      <p:sp>
        <p:nvSpPr>
          <p:cNvPr id="22" name="Google Shape;22;p65"/>
          <p:cNvSpPr/>
          <p:nvPr/>
        </p:nvSpPr>
        <p:spPr>
          <a:xfrm>
            <a:off x="284163" y="6227064"/>
            <a:ext cx="8574087" cy="173736"/>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Image result for AIUB logo" id="23" name="Google Shape;23;p65"/>
          <p:cNvPicPr preferRelativeResize="0"/>
          <p:nvPr/>
        </p:nvPicPr>
        <p:blipFill rotWithShape="1">
          <a:blip r:embed="rId2">
            <a:alphaModFix/>
          </a:blip>
          <a:srcRect b="0" l="0" r="0" t="0"/>
          <a:stretch/>
        </p:blipFill>
        <p:spPr>
          <a:xfrm>
            <a:off x="7438596" y="459899"/>
            <a:ext cx="1419654" cy="14285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66"/>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6" name="Google Shape;26;p66"/>
          <p:cNvGrpSpPr/>
          <p:nvPr/>
        </p:nvGrpSpPr>
        <p:grpSpPr>
          <a:xfrm>
            <a:off x="284163" y="1577847"/>
            <a:ext cx="8576373" cy="137411"/>
            <a:chOff x="284163" y="1577847"/>
            <a:chExt cx="8576373" cy="137411"/>
          </a:xfrm>
        </p:grpSpPr>
        <p:sp>
          <p:nvSpPr>
            <p:cNvPr id="27" name="Google Shape;27;p66"/>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 name="Google Shape;28;p66"/>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 name="Google Shape;29;p66"/>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0" name="Google Shape;30;p66"/>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6"/>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31470" lvl="0" marL="457200" algn="l">
              <a:lnSpc>
                <a:spcPct val="100000"/>
              </a:lnSpc>
              <a:spcBef>
                <a:spcPts val="2000"/>
              </a:spcBef>
              <a:spcAft>
                <a:spcPts val="0"/>
              </a:spcAft>
              <a:buSzPts val="1620"/>
              <a:buChar char="?"/>
              <a:defRPr/>
            </a:lvl1pPr>
            <a:lvl2pPr indent="-331469" lvl="1" marL="914400" algn="l">
              <a:lnSpc>
                <a:spcPct val="100000"/>
              </a:lnSpc>
              <a:spcBef>
                <a:spcPts val="600"/>
              </a:spcBef>
              <a:spcAft>
                <a:spcPts val="0"/>
              </a:spcAft>
              <a:buSzPts val="1620"/>
              <a:buChar char="?"/>
              <a:defRPr/>
            </a:lvl2pPr>
            <a:lvl3pPr indent="-331469" lvl="2" marL="1371600" algn="l">
              <a:lnSpc>
                <a:spcPct val="100000"/>
              </a:lnSpc>
              <a:spcBef>
                <a:spcPts val="600"/>
              </a:spcBef>
              <a:spcAft>
                <a:spcPts val="0"/>
              </a:spcAft>
              <a:buSzPts val="162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100000"/>
              </a:lnSpc>
              <a:spcBef>
                <a:spcPts val="600"/>
              </a:spcBef>
              <a:spcAft>
                <a:spcPts val="0"/>
              </a:spcAft>
              <a:buSzPts val="1620"/>
              <a:buChar char="?"/>
              <a:defRPr/>
            </a:lvl6pPr>
            <a:lvl7pPr indent="-331470" lvl="6" marL="3200400" algn="l">
              <a:lnSpc>
                <a:spcPct val="100000"/>
              </a:lnSpc>
              <a:spcBef>
                <a:spcPts val="600"/>
              </a:spcBef>
              <a:spcAft>
                <a:spcPts val="0"/>
              </a:spcAft>
              <a:buSzPts val="1620"/>
              <a:buChar char="?"/>
              <a:defRPr/>
            </a:lvl7pPr>
            <a:lvl8pPr indent="-331470" lvl="7" marL="3657600" algn="l">
              <a:lnSpc>
                <a:spcPct val="100000"/>
              </a:lnSpc>
              <a:spcBef>
                <a:spcPts val="600"/>
              </a:spcBef>
              <a:spcAft>
                <a:spcPts val="0"/>
              </a:spcAft>
              <a:buSzPts val="1620"/>
              <a:buChar char="?"/>
              <a:defRPr/>
            </a:lvl8pPr>
            <a:lvl9pPr indent="-331470" lvl="8" marL="4114800" algn="l">
              <a:lnSpc>
                <a:spcPct val="100000"/>
              </a:lnSpc>
              <a:spcBef>
                <a:spcPts val="600"/>
              </a:spcBef>
              <a:spcAft>
                <a:spcPts val="0"/>
              </a:spcAft>
              <a:buSzPts val="1620"/>
              <a:buChar char="?"/>
              <a:defRPr/>
            </a:lvl9pPr>
          </a:lstStyle>
          <a:p/>
        </p:txBody>
      </p:sp>
      <p:sp>
        <p:nvSpPr>
          <p:cNvPr id="32" name="Google Shape;32;p6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6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38" name="Google Shape;38;p67"/>
          <p:cNvGrpSpPr/>
          <p:nvPr/>
        </p:nvGrpSpPr>
        <p:grpSpPr>
          <a:xfrm>
            <a:off x="284164" y="452718"/>
            <a:ext cx="7365210" cy="137411"/>
            <a:chOff x="284163" y="1577847"/>
            <a:chExt cx="8576373" cy="137411"/>
          </a:xfrm>
        </p:grpSpPr>
        <p:sp>
          <p:nvSpPr>
            <p:cNvPr id="39" name="Google Shape;39;p67"/>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 name="Google Shape;40;p67"/>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 name="Google Shape;41;p67"/>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Image result for AIUB logo" id="42" name="Google Shape;42;p67"/>
          <p:cNvPicPr preferRelativeResize="0"/>
          <p:nvPr/>
        </p:nvPicPr>
        <p:blipFill rotWithShape="1">
          <a:blip r:embed="rId2">
            <a:alphaModFix/>
          </a:blip>
          <a:srcRect b="0" l="0" r="0" t="0"/>
          <a:stretch/>
        </p:blipFill>
        <p:spPr>
          <a:xfrm>
            <a:off x="7649374" y="55844"/>
            <a:ext cx="1279161" cy="128715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p:cSld name="Title Slide with Picture">
    <p:spTree>
      <p:nvGrpSpPr>
        <p:cNvPr id="43" name="Shape 43"/>
        <p:cNvGrpSpPr/>
        <p:nvPr/>
      </p:nvGrpSpPr>
      <p:grpSpPr>
        <a:xfrm>
          <a:off x="0" y="0"/>
          <a:ext cx="0" cy="0"/>
          <a:chOff x="0" y="0"/>
          <a:chExt cx="0" cy="0"/>
        </a:xfrm>
      </p:grpSpPr>
      <p:sp>
        <p:nvSpPr>
          <p:cNvPr id="44" name="Google Shape;44;p68"/>
          <p:cNvSpPr/>
          <p:nvPr/>
        </p:nvSpPr>
        <p:spPr>
          <a:xfrm>
            <a:off x="284163" y="444728"/>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sp>
        <p:nvSpPr>
          <p:cNvPr id="45" name="Google Shape;45;p6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68"/>
          <p:cNvSpPr/>
          <p:nvPr>
            <p:ph idx="2" type="pic"/>
          </p:nvPr>
        </p:nvSpPr>
        <p:spPr>
          <a:xfrm>
            <a:off x="284162" y="2017058"/>
            <a:ext cx="8574087" cy="4377391"/>
          </a:xfrm>
          <a:prstGeom prst="rect">
            <a:avLst/>
          </a:prstGeom>
          <a:noFill/>
          <a:ln>
            <a:noFill/>
          </a:ln>
        </p:spPr>
      </p:sp>
      <p:sp>
        <p:nvSpPr>
          <p:cNvPr id="49" name="Google Shape;49;p68"/>
          <p:cNvSpPr txBox="1"/>
          <p:nvPr>
            <p:ph idx="1" type="subTitle"/>
          </p:nvPr>
        </p:nvSpPr>
        <p:spPr>
          <a:xfrm>
            <a:off x="472420" y="1532965"/>
            <a:ext cx="7754284" cy="484094"/>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SzPts val="1620"/>
              <a:buNone/>
              <a:defRPr sz="1800">
                <a:solidFill>
                  <a:schemeClr val="lt1"/>
                </a:solidFill>
              </a:defRPr>
            </a:lvl1pPr>
            <a:lvl2pPr lvl="1" algn="ctr">
              <a:lnSpc>
                <a:spcPct val="100000"/>
              </a:lnSpc>
              <a:spcBef>
                <a:spcPts val="600"/>
              </a:spcBef>
              <a:spcAft>
                <a:spcPts val="0"/>
              </a:spcAft>
              <a:buSzPts val="1980"/>
              <a:buNone/>
              <a:defRPr>
                <a:solidFill>
                  <a:srgbClr val="888888"/>
                </a:solidFill>
              </a:defRPr>
            </a:lvl2pPr>
            <a:lvl3pPr lvl="2" algn="ctr">
              <a:lnSpc>
                <a:spcPct val="100000"/>
              </a:lnSpc>
              <a:spcBef>
                <a:spcPts val="600"/>
              </a:spcBef>
              <a:spcAft>
                <a:spcPts val="0"/>
              </a:spcAft>
              <a:buSzPts val="1800"/>
              <a:buNone/>
              <a:defRPr>
                <a:solidFill>
                  <a:srgbClr val="888888"/>
                </a:solidFill>
              </a:defRPr>
            </a:lvl3pPr>
            <a:lvl4pPr lvl="3" algn="ctr">
              <a:lnSpc>
                <a:spcPct val="100000"/>
              </a:lnSpc>
              <a:spcBef>
                <a:spcPts val="600"/>
              </a:spcBef>
              <a:spcAft>
                <a:spcPts val="0"/>
              </a:spcAft>
              <a:buSzPts val="1620"/>
              <a:buNone/>
              <a:defRPr>
                <a:solidFill>
                  <a:srgbClr val="888888"/>
                </a:solidFill>
              </a:defRPr>
            </a:lvl4pPr>
            <a:lvl5pPr lvl="4" algn="ctr">
              <a:lnSpc>
                <a:spcPct val="100000"/>
              </a:lnSpc>
              <a:spcBef>
                <a:spcPts val="600"/>
              </a:spcBef>
              <a:spcAft>
                <a:spcPts val="0"/>
              </a:spcAft>
              <a:buSzPts val="1620"/>
              <a:buNone/>
              <a:defRPr>
                <a:solidFill>
                  <a:srgbClr val="888888"/>
                </a:solidFill>
              </a:defRPr>
            </a:lvl5pPr>
            <a:lvl6pPr lvl="5" algn="ctr">
              <a:lnSpc>
                <a:spcPct val="100000"/>
              </a:lnSpc>
              <a:spcBef>
                <a:spcPts val="600"/>
              </a:spcBef>
              <a:spcAft>
                <a:spcPts val="0"/>
              </a:spcAft>
              <a:buSzPts val="1620"/>
              <a:buNone/>
              <a:defRPr>
                <a:solidFill>
                  <a:srgbClr val="888888"/>
                </a:solidFill>
              </a:defRPr>
            </a:lvl6pPr>
            <a:lvl7pPr lvl="6" algn="ctr">
              <a:lnSpc>
                <a:spcPct val="100000"/>
              </a:lnSpc>
              <a:spcBef>
                <a:spcPts val="600"/>
              </a:spcBef>
              <a:spcAft>
                <a:spcPts val="0"/>
              </a:spcAft>
              <a:buSzPts val="1620"/>
              <a:buNone/>
              <a:defRPr>
                <a:solidFill>
                  <a:srgbClr val="888888"/>
                </a:solidFill>
              </a:defRPr>
            </a:lvl7pPr>
            <a:lvl8pPr lvl="7" algn="ctr">
              <a:lnSpc>
                <a:spcPct val="100000"/>
              </a:lnSpc>
              <a:spcBef>
                <a:spcPts val="600"/>
              </a:spcBef>
              <a:spcAft>
                <a:spcPts val="0"/>
              </a:spcAft>
              <a:buSzPts val="1620"/>
              <a:buNone/>
              <a:defRPr>
                <a:solidFill>
                  <a:srgbClr val="888888"/>
                </a:solidFill>
              </a:defRPr>
            </a:lvl8pPr>
            <a:lvl9pPr lvl="8" algn="ctr">
              <a:lnSpc>
                <a:spcPct val="100000"/>
              </a:lnSpc>
              <a:spcBef>
                <a:spcPts val="600"/>
              </a:spcBef>
              <a:spcAft>
                <a:spcPts val="0"/>
              </a:spcAft>
              <a:buSzPts val="1620"/>
              <a:buNone/>
              <a:defRPr>
                <a:solidFill>
                  <a:srgbClr val="888888"/>
                </a:solidFill>
              </a:defRPr>
            </a:lvl9pPr>
          </a:lstStyle>
          <a:p/>
        </p:txBody>
      </p:sp>
      <p:grpSp>
        <p:nvGrpSpPr>
          <p:cNvPr id="50" name="Google Shape;50;p68"/>
          <p:cNvGrpSpPr/>
          <p:nvPr/>
        </p:nvGrpSpPr>
        <p:grpSpPr>
          <a:xfrm>
            <a:off x="284163" y="1906542"/>
            <a:ext cx="8576373" cy="137411"/>
            <a:chOff x="284163" y="1759424"/>
            <a:chExt cx="8576373" cy="137411"/>
          </a:xfrm>
        </p:grpSpPr>
        <p:sp>
          <p:nvSpPr>
            <p:cNvPr id="51" name="Google Shape;51;p68"/>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 name="Google Shape;52;p68"/>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 name="Google Shape;53;p68"/>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54" name="Google Shape;54;p68"/>
          <p:cNvSpPr txBox="1"/>
          <p:nvPr/>
        </p:nvSpPr>
        <p:spPr>
          <a:xfrm>
            <a:off x="8230889" y="444728"/>
            <a:ext cx="58702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a:t>
            </a:r>
            <a:endParaRPr b="0" i="0" sz="3600" u="none" cap="none" strike="noStrike">
              <a:solidFill>
                <a:schemeClr val="lt1"/>
              </a:solidFill>
              <a:latin typeface="Calibri"/>
              <a:ea typeface="Calibri"/>
              <a:cs typeface="Calibri"/>
              <a:sym typeface="Calibri"/>
            </a:endParaRPr>
          </a:p>
        </p:txBody>
      </p:sp>
      <p:sp>
        <p:nvSpPr>
          <p:cNvPr id="55" name="Google Shape;55;p68"/>
          <p:cNvSpPr txBox="1"/>
          <p:nvPr>
            <p:ph type="ctrTitle"/>
          </p:nvPr>
        </p:nvSpPr>
        <p:spPr>
          <a:xfrm>
            <a:off x="418633" y="444728"/>
            <a:ext cx="7810967" cy="1088237"/>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69"/>
          <p:cNvSpPr/>
          <p:nvPr/>
        </p:nvSpPr>
        <p:spPr>
          <a:xfrm>
            <a:off x="284163" y="4801575"/>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58" name="Google Shape;58;p69"/>
          <p:cNvGrpSpPr/>
          <p:nvPr/>
        </p:nvGrpSpPr>
        <p:grpSpPr>
          <a:xfrm>
            <a:off x="284163" y="6263389"/>
            <a:ext cx="8576373" cy="137411"/>
            <a:chOff x="284163" y="1759424"/>
            <a:chExt cx="8576373" cy="137411"/>
          </a:xfrm>
        </p:grpSpPr>
        <p:sp>
          <p:nvSpPr>
            <p:cNvPr id="59" name="Google Shape;59;p69"/>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 name="Google Shape;60;p69"/>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 name="Google Shape;61;p69"/>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2" name="Google Shape;62;p69"/>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a:t>
            </a:r>
            <a:endParaRPr b="0" i="0" sz="3600" u="none" cap="none" strike="noStrike">
              <a:solidFill>
                <a:schemeClr val="lt1"/>
              </a:solidFill>
              <a:latin typeface="Calibri"/>
              <a:ea typeface="Calibri"/>
              <a:cs typeface="Calibri"/>
              <a:sym typeface="Calibri"/>
            </a:endParaRPr>
          </a:p>
        </p:txBody>
      </p:sp>
      <p:sp>
        <p:nvSpPr>
          <p:cNvPr id="63" name="Google Shape;63;p69"/>
          <p:cNvSpPr txBox="1"/>
          <p:nvPr>
            <p:ph type="title"/>
          </p:nvPr>
        </p:nvSpPr>
        <p:spPr>
          <a:xfrm>
            <a:off x="429768" y="4814125"/>
            <a:ext cx="7772400" cy="105156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200"/>
              <a:buFont typeface="Corbel"/>
              <a:buNone/>
              <a:defRPr b="0" i="0" sz="4200" cap="none">
                <a:solidFill>
                  <a:schemeClr val="lt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9"/>
          <p:cNvSpPr txBox="1"/>
          <p:nvPr>
            <p:ph idx="1" type="body"/>
          </p:nvPr>
        </p:nvSpPr>
        <p:spPr>
          <a:xfrm>
            <a:off x="475488" y="5861304"/>
            <a:ext cx="7735824" cy="40233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20"/>
              <a:buNone/>
              <a:defRPr sz="1800">
                <a:solidFill>
                  <a:schemeClr val="lt1"/>
                </a:solidFill>
                <a:latin typeface="Calibri"/>
                <a:ea typeface="Calibri"/>
                <a:cs typeface="Calibri"/>
                <a:sym typeface="Calibri"/>
              </a:defRPr>
            </a:lvl1pPr>
            <a:lvl2pPr indent="-228600" lvl="1" marL="914400" algn="l">
              <a:lnSpc>
                <a:spcPct val="100000"/>
              </a:lnSpc>
              <a:spcBef>
                <a:spcPts val="600"/>
              </a:spcBef>
              <a:spcAft>
                <a:spcPts val="0"/>
              </a:spcAft>
              <a:buSzPts val="1620"/>
              <a:buNone/>
              <a:defRPr sz="1800">
                <a:solidFill>
                  <a:srgbClr val="888888"/>
                </a:solidFill>
              </a:defRPr>
            </a:lvl2pPr>
            <a:lvl3pPr indent="-228600" lvl="2" marL="1371600" algn="l">
              <a:lnSpc>
                <a:spcPct val="100000"/>
              </a:lnSpc>
              <a:spcBef>
                <a:spcPts val="600"/>
              </a:spcBef>
              <a:spcAft>
                <a:spcPts val="0"/>
              </a:spcAft>
              <a:buSzPts val="1440"/>
              <a:buNone/>
              <a:defRPr sz="1600">
                <a:solidFill>
                  <a:srgbClr val="888888"/>
                </a:solidFill>
              </a:defRPr>
            </a:lvl3pPr>
            <a:lvl4pPr indent="-228600" lvl="3" marL="1828800" algn="l">
              <a:lnSpc>
                <a:spcPct val="100000"/>
              </a:lnSpc>
              <a:spcBef>
                <a:spcPts val="600"/>
              </a:spcBef>
              <a:spcAft>
                <a:spcPts val="0"/>
              </a:spcAft>
              <a:buSzPts val="1260"/>
              <a:buNone/>
              <a:defRPr sz="1400">
                <a:solidFill>
                  <a:srgbClr val="888888"/>
                </a:solidFill>
              </a:defRPr>
            </a:lvl4pPr>
            <a:lvl5pPr indent="-228600" lvl="4" marL="2286000" algn="l">
              <a:lnSpc>
                <a:spcPct val="100000"/>
              </a:lnSpc>
              <a:spcBef>
                <a:spcPts val="600"/>
              </a:spcBef>
              <a:spcAft>
                <a:spcPts val="0"/>
              </a:spcAft>
              <a:buSzPts val="1260"/>
              <a:buNone/>
              <a:defRPr sz="1400">
                <a:solidFill>
                  <a:srgbClr val="888888"/>
                </a:solidFill>
              </a:defRPr>
            </a:lvl5pPr>
            <a:lvl6pPr indent="-228600" lvl="5" marL="2743200" algn="l">
              <a:lnSpc>
                <a:spcPct val="100000"/>
              </a:lnSpc>
              <a:spcBef>
                <a:spcPts val="600"/>
              </a:spcBef>
              <a:spcAft>
                <a:spcPts val="0"/>
              </a:spcAft>
              <a:buSzPts val="1260"/>
              <a:buNone/>
              <a:defRPr sz="1400">
                <a:solidFill>
                  <a:srgbClr val="888888"/>
                </a:solidFill>
              </a:defRPr>
            </a:lvl6pPr>
            <a:lvl7pPr indent="-228600" lvl="6" marL="3200400" algn="l">
              <a:lnSpc>
                <a:spcPct val="100000"/>
              </a:lnSpc>
              <a:spcBef>
                <a:spcPts val="600"/>
              </a:spcBef>
              <a:spcAft>
                <a:spcPts val="0"/>
              </a:spcAft>
              <a:buSzPts val="1260"/>
              <a:buNone/>
              <a:defRPr sz="1400">
                <a:solidFill>
                  <a:srgbClr val="888888"/>
                </a:solidFill>
              </a:defRPr>
            </a:lvl7pPr>
            <a:lvl8pPr indent="-228600" lvl="7" marL="3657600" algn="l">
              <a:lnSpc>
                <a:spcPct val="100000"/>
              </a:lnSpc>
              <a:spcBef>
                <a:spcPts val="600"/>
              </a:spcBef>
              <a:spcAft>
                <a:spcPts val="0"/>
              </a:spcAft>
              <a:buSzPts val="1260"/>
              <a:buNone/>
              <a:defRPr sz="1400">
                <a:solidFill>
                  <a:srgbClr val="888888"/>
                </a:solidFill>
              </a:defRPr>
            </a:lvl8pPr>
            <a:lvl9pPr indent="-228600" lvl="8" marL="4114800" algn="l">
              <a:lnSpc>
                <a:spcPct val="100000"/>
              </a:lnSpc>
              <a:spcBef>
                <a:spcPts val="600"/>
              </a:spcBef>
              <a:spcAft>
                <a:spcPts val="0"/>
              </a:spcAft>
              <a:buSzPts val="1260"/>
              <a:buNone/>
              <a:defRPr sz="1400">
                <a:solidFill>
                  <a:srgbClr val="888888"/>
                </a:solidFill>
              </a:defRPr>
            </a:lvl9pPr>
          </a:lstStyle>
          <a:p/>
        </p:txBody>
      </p:sp>
      <p:sp>
        <p:nvSpPr>
          <p:cNvPr id="65" name="Google Shape;65;p6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Picture">
  <p:cSld name="Section with Picture">
    <p:spTree>
      <p:nvGrpSpPr>
        <p:cNvPr id="68" name="Shape 68"/>
        <p:cNvGrpSpPr/>
        <p:nvPr/>
      </p:nvGrpSpPr>
      <p:grpSpPr>
        <a:xfrm>
          <a:off x="0" y="0"/>
          <a:ext cx="0" cy="0"/>
          <a:chOff x="0" y="0"/>
          <a:chExt cx="0" cy="0"/>
        </a:xfrm>
      </p:grpSpPr>
      <p:sp>
        <p:nvSpPr>
          <p:cNvPr id="69" name="Google Shape;69;p70"/>
          <p:cNvSpPr/>
          <p:nvPr>
            <p:ph idx="2" type="pic"/>
          </p:nvPr>
        </p:nvSpPr>
        <p:spPr>
          <a:xfrm>
            <a:off x="284162" y="443754"/>
            <a:ext cx="8574087" cy="4370293"/>
          </a:xfrm>
          <a:prstGeom prst="rect">
            <a:avLst/>
          </a:prstGeom>
          <a:noFill/>
          <a:ln>
            <a:noFill/>
          </a:ln>
        </p:spPr>
      </p:sp>
      <p:sp>
        <p:nvSpPr>
          <p:cNvPr id="70" name="Google Shape;70;p70"/>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0"/>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70"/>
          <p:cNvSpPr/>
          <p:nvPr/>
        </p:nvSpPr>
        <p:spPr>
          <a:xfrm>
            <a:off x="284163" y="4801575"/>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74" name="Google Shape;74;p70"/>
          <p:cNvGrpSpPr/>
          <p:nvPr/>
        </p:nvGrpSpPr>
        <p:grpSpPr>
          <a:xfrm>
            <a:off x="284163" y="6263389"/>
            <a:ext cx="8576373" cy="137411"/>
            <a:chOff x="284163" y="1759424"/>
            <a:chExt cx="8576373" cy="137411"/>
          </a:xfrm>
        </p:grpSpPr>
        <p:sp>
          <p:nvSpPr>
            <p:cNvPr id="75" name="Google Shape;75;p70"/>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 name="Google Shape;76;p70"/>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 name="Google Shape;77;p70"/>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78" name="Google Shape;78;p70"/>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a:t>
            </a:r>
            <a:endParaRPr b="0" i="0" sz="3600" u="none" cap="none" strike="noStrike">
              <a:solidFill>
                <a:schemeClr val="lt1"/>
              </a:solidFill>
              <a:latin typeface="Calibri"/>
              <a:ea typeface="Calibri"/>
              <a:cs typeface="Calibri"/>
              <a:sym typeface="Calibri"/>
            </a:endParaRPr>
          </a:p>
        </p:txBody>
      </p:sp>
      <p:sp>
        <p:nvSpPr>
          <p:cNvPr id="79" name="Google Shape;79;p70"/>
          <p:cNvSpPr txBox="1"/>
          <p:nvPr>
            <p:ph type="title"/>
          </p:nvPr>
        </p:nvSpPr>
        <p:spPr>
          <a:xfrm>
            <a:off x="430306" y="4814047"/>
            <a:ext cx="7772400" cy="104887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200"/>
              <a:buFont typeface="Corbel"/>
              <a:buNone/>
              <a:defRPr b="0" i="0" sz="4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0"/>
          <p:cNvSpPr txBox="1"/>
          <p:nvPr>
            <p:ph idx="1" type="body"/>
          </p:nvPr>
        </p:nvSpPr>
        <p:spPr>
          <a:xfrm>
            <a:off x="470647" y="5862918"/>
            <a:ext cx="7732059" cy="4034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20"/>
              <a:buNone/>
              <a:defRPr sz="1800">
                <a:solidFill>
                  <a:schemeClr val="lt1"/>
                </a:solidFill>
              </a:defRPr>
            </a:lvl1pPr>
            <a:lvl2pPr indent="-228600" lvl="1" marL="914400" algn="l">
              <a:lnSpc>
                <a:spcPct val="100000"/>
              </a:lnSpc>
              <a:spcBef>
                <a:spcPts val="600"/>
              </a:spcBef>
              <a:spcAft>
                <a:spcPts val="0"/>
              </a:spcAft>
              <a:buSzPts val="1620"/>
              <a:buNone/>
              <a:defRPr sz="1800">
                <a:solidFill>
                  <a:srgbClr val="888888"/>
                </a:solidFill>
              </a:defRPr>
            </a:lvl2pPr>
            <a:lvl3pPr indent="-228600" lvl="2" marL="1371600" algn="l">
              <a:lnSpc>
                <a:spcPct val="100000"/>
              </a:lnSpc>
              <a:spcBef>
                <a:spcPts val="600"/>
              </a:spcBef>
              <a:spcAft>
                <a:spcPts val="0"/>
              </a:spcAft>
              <a:buSzPts val="1440"/>
              <a:buNone/>
              <a:defRPr sz="1600">
                <a:solidFill>
                  <a:srgbClr val="888888"/>
                </a:solidFill>
              </a:defRPr>
            </a:lvl3pPr>
            <a:lvl4pPr indent="-228600" lvl="3" marL="1828800" algn="l">
              <a:lnSpc>
                <a:spcPct val="100000"/>
              </a:lnSpc>
              <a:spcBef>
                <a:spcPts val="600"/>
              </a:spcBef>
              <a:spcAft>
                <a:spcPts val="0"/>
              </a:spcAft>
              <a:buSzPts val="1260"/>
              <a:buNone/>
              <a:defRPr sz="1400">
                <a:solidFill>
                  <a:srgbClr val="888888"/>
                </a:solidFill>
              </a:defRPr>
            </a:lvl4pPr>
            <a:lvl5pPr indent="-228600" lvl="4" marL="2286000" algn="l">
              <a:lnSpc>
                <a:spcPct val="100000"/>
              </a:lnSpc>
              <a:spcBef>
                <a:spcPts val="600"/>
              </a:spcBef>
              <a:spcAft>
                <a:spcPts val="0"/>
              </a:spcAft>
              <a:buSzPts val="1260"/>
              <a:buNone/>
              <a:defRPr sz="1400">
                <a:solidFill>
                  <a:srgbClr val="888888"/>
                </a:solidFill>
              </a:defRPr>
            </a:lvl5pPr>
            <a:lvl6pPr indent="-228600" lvl="5" marL="2743200" algn="l">
              <a:lnSpc>
                <a:spcPct val="100000"/>
              </a:lnSpc>
              <a:spcBef>
                <a:spcPts val="600"/>
              </a:spcBef>
              <a:spcAft>
                <a:spcPts val="0"/>
              </a:spcAft>
              <a:buSzPts val="1260"/>
              <a:buNone/>
              <a:defRPr sz="1400">
                <a:solidFill>
                  <a:srgbClr val="888888"/>
                </a:solidFill>
              </a:defRPr>
            </a:lvl6pPr>
            <a:lvl7pPr indent="-228600" lvl="6" marL="3200400" algn="l">
              <a:lnSpc>
                <a:spcPct val="100000"/>
              </a:lnSpc>
              <a:spcBef>
                <a:spcPts val="600"/>
              </a:spcBef>
              <a:spcAft>
                <a:spcPts val="0"/>
              </a:spcAft>
              <a:buSzPts val="1260"/>
              <a:buNone/>
              <a:defRPr sz="1400">
                <a:solidFill>
                  <a:srgbClr val="888888"/>
                </a:solidFill>
              </a:defRPr>
            </a:lvl7pPr>
            <a:lvl8pPr indent="-228600" lvl="7" marL="3657600" algn="l">
              <a:lnSpc>
                <a:spcPct val="100000"/>
              </a:lnSpc>
              <a:spcBef>
                <a:spcPts val="600"/>
              </a:spcBef>
              <a:spcAft>
                <a:spcPts val="0"/>
              </a:spcAft>
              <a:buSzPts val="1260"/>
              <a:buNone/>
              <a:defRPr sz="1400">
                <a:solidFill>
                  <a:srgbClr val="888888"/>
                </a:solidFill>
              </a:defRPr>
            </a:lvl8pPr>
            <a:lvl9pPr indent="-228600" lvl="8" marL="4114800" algn="l">
              <a:lnSpc>
                <a:spcPct val="100000"/>
              </a:lnSpc>
              <a:spcBef>
                <a:spcPts val="600"/>
              </a:spcBef>
              <a:spcAft>
                <a:spcPts val="0"/>
              </a:spcAft>
              <a:buSzPts val="1260"/>
              <a:buNone/>
              <a:defRPr sz="1400">
                <a:solidFill>
                  <a:srgbClr val="888888"/>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1" name="Shape 81"/>
        <p:cNvGrpSpPr/>
        <p:nvPr/>
      </p:nvGrpSpPr>
      <p:grpSpPr>
        <a:xfrm>
          <a:off x="0" y="0"/>
          <a:ext cx="0" cy="0"/>
          <a:chOff x="0" y="0"/>
          <a:chExt cx="0" cy="0"/>
        </a:xfrm>
      </p:grpSpPr>
      <p:sp>
        <p:nvSpPr>
          <p:cNvPr id="82" name="Google Shape;82;p71"/>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83" name="Google Shape;83;p71"/>
          <p:cNvGrpSpPr/>
          <p:nvPr/>
        </p:nvGrpSpPr>
        <p:grpSpPr>
          <a:xfrm>
            <a:off x="284163" y="1577847"/>
            <a:ext cx="8576373" cy="137411"/>
            <a:chOff x="284163" y="1577847"/>
            <a:chExt cx="8576373" cy="137411"/>
          </a:xfrm>
        </p:grpSpPr>
        <p:sp>
          <p:nvSpPr>
            <p:cNvPr id="84" name="Google Shape;84;p71"/>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 name="Google Shape;85;p71"/>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 name="Google Shape;86;p71"/>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87" name="Google Shape;87;p71"/>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71"/>
          <p:cNvSpPr txBox="1"/>
          <p:nvPr>
            <p:ph idx="1" type="body"/>
          </p:nvPr>
        </p:nvSpPr>
        <p:spPr>
          <a:xfrm>
            <a:off x="403412"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100000"/>
              </a:lnSpc>
              <a:spcBef>
                <a:spcPts val="600"/>
              </a:spcBef>
              <a:spcAft>
                <a:spcPts val="0"/>
              </a:spcAft>
              <a:buSzPts val="1620"/>
              <a:buChar char="?"/>
              <a:defRPr sz="1800"/>
            </a:lvl6pPr>
            <a:lvl7pPr indent="-331470" lvl="6" marL="3200400" algn="l">
              <a:lnSpc>
                <a:spcPct val="100000"/>
              </a:lnSpc>
              <a:spcBef>
                <a:spcPts val="600"/>
              </a:spcBef>
              <a:spcAft>
                <a:spcPts val="0"/>
              </a:spcAft>
              <a:buSzPts val="1620"/>
              <a:buChar char="?"/>
              <a:defRPr sz="1800"/>
            </a:lvl7pPr>
            <a:lvl8pPr indent="-331470" lvl="7" marL="3657600" algn="l">
              <a:lnSpc>
                <a:spcPct val="100000"/>
              </a:lnSpc>
              <a:spcBef>
                <a:spcPts val="600"/>
              </a:spcBef>
              <a:spcAft>
                <a:spcPts val="0"/>
              </a:spcAft>
              <a:buSzPts val="1620"/>
              <a:buChar char="?"/>
              <a:defRPr sz="1800"/>
            </a:lvl8pPr>
            <a:lvl9pPr indent="-331470" lvl="8" marL="4114800" algn="l">
              <a:lnSpc>
                <a:spcPct val="100000"/>
              </a:lnSpc>
              <a:spcBef>
                <a:spcPts val="600"/>
              </a:spcBef>
              <a:spcAft>
                <a:spcPts val="0"/>
              </a:spcAft>
              <a:buSzPts val="1620"/>
              <a:buChar char="?"/>
              <a:defRPr sz="1800"/>
            </a:lvl9pPr>
          </a:lstStyle>
          <a:p/>
        </p:txBody>
      </p:sp>
      <p:sp>
        <p:nvSpPr>
          <p:cNvPr id="89" name="Google Shape;89;p71"/>
          <p:cNvSpPr txBox="1"/>
          <p:nvPr>
            <p:ph idx="2" type="body"/>
          </p:nvPr>
        </p:nvSpPr>
        <p:spPr>
          <a:xfrm>
            <a:off x="4778188"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100000"/>
              </a:lnSpc>
              <a:spcBef>
                <a:spcPts val="600"/>
              </a:spcBef>
              <a:spcAft>
                <a:spcPts val="0"/>
              </a:spcAft>
              <a:buSzPts val="1620"/>
              <a:buChar char="?"/>
              <a:defRPr sz="1800"/>
            </a:lvl6pPr>
            <a:lvl7pPr indent="-331470" lvl="6" marL="3200400" algn="l">
              <a:lnSpc>
                <a:spcPct val="100000"/>
              </a:lnSpc>
              <a:spcBef>
                <a:spcPts val="600"/>
              </a:spcBef>
              <a:spcAft>
                <a:spcPts val="0"/>
              </a:spcAft>
              <a:buSzPts val="1620"/>
              <a:buChar char="?"/>
              <a:defRPr sz="1800"/>
            </a:lvl7pPr>
            <a:lvl8pPr indent="-331470" lvl="7" marL="3657600" algn="l">
              <a:lnSpc>
                <a:spcPct val="100000"/>
              </a:lnSpc>
              <a:spcBef>
                <a:spcPts val="600"/>
              </a:spcBef>
              <a:spcAft>
                <a:spcPts val="0"/>
              </a:spcAft>
              <a:buSzPts val="1620"/>
              <a:buChar char="?"/>
              <a:defRPr sz="1800"/>
            </a:lvl8pPr>
            <a:lvl9pPr indent="-331470" lvl="8" marL="4114800" algn="l">
              <a:lnSpc>
                <a:spcPct val="100000"/>
              </a:lnSpc>
              <a:spcBef>
                <a:spcPts val="600"/>
              </a:spcBef>
              <a:spcAft>
                <a:spcPts val="0"/>
              </a:spcAft>
              <a:buSzPts val="1620"/>
              <a:buChar char="?"/>
              <a:defRPr sz="1800"/>
            </a:lvl9pPr>
          </a:lstStyle>
          <a:p/>
        </p:txBody>
      </p:sp>
      <p:sp>
        <p:nvSpPr>
          <p:cNvPr id="90" name="Google Shape;90;p7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7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7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72"/>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95" name="Google Shape;95;p72"/>
          <p:cNvGrpSpPr/>
          <p:nvPr/>
        </p:nvGrpSpPr>
        <p:grpSpPr>
          <a:xfrm>
            <a:off x="284163" y="1577847"/>
            <a:ext cx="8576373" cy="137411"/>
            <a:chOff x="284163" y="1577847"/>
            <a:chExt cx="8576373" cy="137411"/>
          </a:xfrm>
        </p:grpSpPr>
        <p:sp>
          <p:nvSpPr>
            <p:cNvPr id="96" name="Google Shape;96;p72"/>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72"/>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p72"/>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99" name="Google Shape;99;p72"/>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42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72"/>
          <p:cNvSpPr txBox="1"/>
          <p:nvPr>
            <p:ph idx="1" type="body"/>
          </p:nvPr>
        </p:nvSpPr>
        <p:spPr>
          <a:xfrm>
            <a:off x="403412"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1"/>
                </a:solidFill>
              </a:defRPr>
            </a:lvl1pPr>
            <a:lvl2pPr indent="-228600" lvl="1" marL="914400" algn="l">
              <a:lnSpc>
                <a:spcPct val="100000"/>
              </a:lnSpc>
              <a:spcBef>
                <a:spcPts val="600"/>
              </a:spcBef>
              <a:spcAft>
                <a:spcPts val="0"/>
              </a:spcAft>
              <a:buSzPts val="1800"/>
              <a:buNone/>
              <a:defRPr b="1" sz="2000"/>
            </a:lvl2pPr>
            <a:lvl3pPr indent="-228600" lvl="2" marL="1371600" algn="l">
              <a:lnSpc>
                <a:spcPct val="100000"/>
              </a:lnSpc>
              <a:spcBef>
                <a:spcPts val="600"/>
              </a:spcBef>
              <a:spcAft>
                <a:spcPts val="0"/>
              </a:spcAft>
              <a:buSzPts val="162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100000"/>
              </a:lnSpc>
              <a:spcBef>
                <a:spcPts val="600"/>
              </a:spcBef>
              <a:spcAft>
                <a:spcPts val="0"/>
              </a:spcAft>
              <a:buSzPts val="1440"/>
              <a:buNone/>
              <a:defRPr b="1" sz="1600"/>
            </a:lvl6pPr>
            <a:lvl7pPr indent="-228600" lvl="6" marL="3200400" algn="l">
              <a:lnSpc>
                <a:spcPct val="100000"/>
              </a:lnSpc>
              <a:spcBef>
                <a:spcPts val="600"/>
              </a:spcBef>
              <a:spcAft>
                <a:spcPts val="0"/>
              </a:spcAft>
              <a:buSzPts val="1440"/>
              <a:buNone/>
              <a:defRPr b="1" sz="1600"/>
            </a:lvl7pPr>
            <a:lvl8pPr indent="-228600" lvl="7" marL="3657600" algn="l">
              <a:lnSpc>
                <a:spcPct val="100000"/>
              </a:lnSpc>
              <a:spcBef>
                <a:spcPts val="600"/>
              </a:spcBef>
              <a:spcAft>
                <a:spcPts val="0"/>
              </a:spcAft>
              <a:buSzPts val="1440"/>
              <a:buNone/>
              <a:defRPr b="1" sz="1600"/>
            </a:lvl8pPr>
            <a:lvl9pPr indent="-228600" lvl="8" marL="4114800" algn="l">
              <a:lnSpc>
                <a:spcPct val="100000"/>
              </a:lnSpc>
              <a:spcBef>
                <a:spcPts val="600"/>
              </a:spcBef>
              <a:spcAft>
                <a:spcPts val="0"/>
              </a:spcAft>
              <a:buSzPts val="1440"/>
              <a:buNone/>
              <a:defRPr b="1" sz="1600"/>
            </a:lvl9pPr>
          </a:lstStyle>
          <a:p/>
        </p:txBody>
      </p:sp>
      <p:sp>
        <p:nvSpPr>
          <p:cNvPr id="101" name="Google Shape;101;p72"/>
          <p:cNvSpPr txBox="1"/>
          <p:nvPr>
            <p:ph idx="2" type="body"/>
          </p:nvPr>
        </p:nvSpPr>
        <p:spPr>
          <a:xfrm>
            <a:off x="403412"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20039" lvl="5" marL="2743200" algn="l">
              <a:lnSpc>
                <a:spcPct val="100000"/>
              </a:lnSpc>
              <a:spcBef>
                <a:spcPts val="600"/>
              </a:spcBef>
              <a:spcAft>
                <a:spcPts val="0"/>
              </a:spcAft>
              <a:buSzPts val="1440"/>
              <a:buChar char="?"/>
              <a:defRPr sz="1600"/>
            </a:lvl6pPr>
            <a:lvl7pPr indent="-320039" lvl="6" marL="3200400" algn="l">
              <a:lnSpc>
                <a:spcPct val="100000"/>
              </a:lnSpc>
              <a:spcBef>
                <a:spcPts val="600"/>
              </a:spcBef>
              <a:spcAft>
                <a:spcPts val="0"/>
              </a:spcAft>
              <a:buSzPts val="1440"/>
              <a:buChar char="?"/>
              <a:defRPr sz="1600"/>
            </a:lvl7pPr>
            <a:lvl8pPr indent="-320040" lvl="7" marL="3657600" algn="l">
              <a:lnSpc>
                <a:spcPct val="100000"/>
              </a:lnSpc>
              <a:spcBef>
                <a:spcPts val="600"/>
              </a:spcBef>
              <a:spcAft>
                <a:spcPts val="0"/>
              </a:spcAft>
              <a:buSzPts val="1440"/>
              <a:buChar char="?"/>
              <a:defRPr sz="1600"/>
            </a:lvl8pPr>
            <a:lvl9pPr indent="-320040" lvl="8" marL="4114800" algn="l">
              <a:lnSpc>
                <a:spcPct val="100000"/>
              </a:lnSpc>
              <a:spcBef>
                <a:spcPts val="600"/>
              </a:spcBef>
              <a:spcAft>
                <a:spcPts val="0"/>
              </a:spcAft>
              <a:buSzPts val="1440"/>
              <a:buChar char="?"/>
              <a:defRPr sz="1600"/>
            </a:lvl9pPr>
          </a:lstStyle>
          <a:p/>
        </p:txBody>
      </p:sp>
      <p:sp>
        <p:nvSpPr>
          <p:cNvPr id="102" name="Google Shape;102;p72"/>
          <p:cNvSpPr txBox="1"/>
          <p:nvPr>
            <p:ph idx="3" type="body"/>
          </p:nvPr>
        </p:nvSpPr>
        <p:spPr>
          <a:xfrm>
            <a:off x="4779495"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2"/>
                </a:solidFill>
              </a:defRPr>
            </a:lvl1pPr>
            <a:lvl2pPr indent="-228600" lvl="1" marL="914400" algn="l">
              <a:lnSpc>
                <a:spcPct val="100000"/>
              </a:lnSpc>
              <a:spcBef>
                <a:spcPts val="600"/>
              </a:spcBef>
              <a:spcAft>
                <a:spcPts val="0"/>
              </a:spcAft>
              <a:buSzPts val="1800"/>
              <a:buNone/>
              <a:defRPr b="1" sz="2000"/>
            </a:lvl2pPr>
            <a:lvl3pPr indent="-228600" lvl="2" marL="1371600" algn="l">
              <a:lnSpc>
                <a:spcPct val="100000"/>
              </a:lnSpc>
              <a:spcBef>
                <a:spcPts val="600"/>
              </a:spcBef>
              <a:spcAft>
                <a:spcPts val="0"/>
              </a:spcAft>
              <a:buSzPts val="162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100000"/>
              </a:lnSpc>
              <a:spcBef>
                <a:spcPts val="600"/>
              </a:spcBef>
              <a:spcAft>
                <a:spcPts val="0"/>
              </a:spcAft>
              <a:buSzPts val="1440"/>
              <a:buNone/>
              <a:defRPr b="1" sz="1600"/>
            </a:lvl6pPr>
            <a:lvl7pPr indent="-228600" lvl="6" marL="3200400" algn="l">
              <a:lnSpc>
                <a:spcPct val="100000"/>
              </a:lnSpc>
              <a:spcBef>
                <a:spcPts val="600"/>
              </a:spcBef>
              <a:spcAft>
                <a:spcPts val="0"/>
              </a:spcAft>
              <a:buSzPts val="1440"/>
              <a:buNone/>
              <a:defRPr b="1" sz="1600"/>
            </a:lvl7pPr>
            <a:lvl8pPr indent="-228600" lvl="7" marL="3657600" algn="l">
              <a:lnSpc>
                <a:spcPct val="100000"/>
              </a:lnSpc>
              <a:spcBef>
                <a:spcPts val="600"/>
              </a:spcBef>
              <a:spcAft>
                <a:spcPts val="0"/>
              </a:spcAft>
              <a:buSzPts val="1440"/>
              <a:buNone/>
              <a:defRPr b="1" sz="1600"/>
            </a:lvl8pPr>
            <a:lvl9pPr indent="-228600" lvl="8" marL="4114800" algn="l">
              <a:lnSpc>
                <a:spcPct val="100000"/>
              </a:lnSpc>
              <a:spcBef>
                <a:spcPts val="600"/>
              </a:spcBef>
              <a:spcAft>
                <a:spcPts val="0"/>
              </a:spcAft>
              <a:buSzPts val="1440"/>
              <a:buNone/>
              <a:defRPr b="1" sz="1600"/>
            </a:lvl9pPr>
          </a:lstStyle>
          <a:p/>
        </p:txBody>
      </p:sp>
      <p:sp>
        <p:nvSpPr>
          <p:cNvPr id="103" name="Google Shape;103;p72"/>
          <p:cNvSpPr txBox="1"/>
          <p:nvPr>
            <p:ph idx="4" type="body"/>
          </p:nvPr>
        </p:nvSpPr>
        <p:spPr>
          <a:xfrm>
            <a:off x="4779495"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20039" lvl="5" marL="2743200" algn="l">
              <a:lnSpc>
                <a:spcPct val="100000"/>
              </a:lnSpc>
              <a:spcBef>
                <a:spcPts val="600"/>
              </a:spcBef>
              <a:spcAft>
                <a:spcPts val="0"/>
              </a:spcAft>
              <a:buSzPts val="1440"/>
              <a:buChar char="?"/>
              <a:defRPr sz="1600"/>
            </a:lvl6pPr>
            <a:lvl7pPr indent="-320039" lvl="6" marL="3200400" algn="l">
              <a:lnSpc>
                <a:spcPct val="100000"/>
              </a:lnSpc>
              <a:spcBef>
                <a:spcPts val="600"/>
              </a:spcBef>
              <a:spcAft>
                <a:spcPts val="0"/>
              </a:spcAft>
              <a:buSzPts val="1440"/>
              <a:buChar char="?"/>
              <a:defRPr sz="1600"/>
            </a:lvl7pPr>
            <a:lvl8pPr indent="-320040" lvl="7" marL="3657600" algn="l">
              <a:lnSpc>
                <a:spcPct val="100000"/>
              </a:lnSpc>
              <a:spcBef>
                <a:spcPts val="600"/>
              </a:spcBef>
              <a:spcAft>
                <a:spcPts val="0"/>
              </a:spcAft>
              <a:buSzPts val="1440"/>
              <a:buChar char="?"/>
              <a:defRPr sz="1600"/>
            </a:lvl8pPr>
            <a:lvl9pPr indent="-320040" lvl="8" marL="4114800" algn="l">
              <a:lnSpc>
                <a:spcPct val="100000"/>
              </a:lnSpc>
              <a:spcBef>
                <a:spcPts val="600"/>
              </a:spcBef>
              <a:spcAft>
                <a:spcPts val="0"/>
              </a:spcAft>
              <a:buSzPts val="1440"/>
              <a:buChar char="?"/>
              <a:defRPr sz="1600"/>
            </a:lvl9pPr>
          </a:lstStyle>
          <a:p/>
        </p:txBody>
      </p:sp>
      <p:sp>
        <p:nvSpPr>
          <p:cNvPr id="104" name="Google Shape;104;p72"/>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72"/>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7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sp>
        <p:nvSpPr>
          <p:cNvPr id="108" name="Google Shape;108;p73"/>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09" name="Google Shape;109;p73"/>
          <p:cNvGrpSpPr/>
          <p:nvPr/>
        </p:nvGrpSpPr>
        <p:grpSpPr>
          <a:xfrm>
            <a:off x="284163" y="1577847"/>
            <a:ext cx="8576373" cy="137411"/>
            <a:chOff x="284163" y="1577847"/>
            <a:chExt cx="8576373" cy="137411"/>
          </a:xfrm>
        </p:grpSpPr>
        <p:sp>
          <p:nvSpPr>
            <p:cNvPr id="110" name="Google Shape;110;p73"/>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p73"/>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 name="Google Shape;112;p73"/>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13" name="Google Shape;113;p73"/>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7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7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7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7" name="Shape 117"/>
        <p:cNvGrpSpPr/>
        <p:nvPr/>
      </p:nvGrpSpPr>
      <p:grpSpPr>
        <a:xfrm>
          <a:off x="0" y="0"/>
          <a:ext cx="0" cy="0"/>
          <a:chOff x="0" y="0"/>
          <a:chExt cx="0" cy="0"/>
        </a:xfrm>
      </p:grpSpPr>
      <p:sp>
        <p:nvSpPr>
          <p:cNvPr id="118" name="Google Shape;118;p74"/>
          <p:cNvSpPr txBox="1"/>
          <p:nvPr>
            <p:ph type="title"/>
          </p:nvPr>
        </p:nvSpPr>
        <p:spPr>
          <a:xfrm>
            <a:off x="268941" y="1298762"/>
            <a:ext cx="4069080" cy="11620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2"/>
              </a:buClr>
              <a:buSzPts val="3200"/>
              <a:buFont typeface="Corbel"/>
              <a:buNone/>
              <a:defRPr b="1" sz="3200">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74"/>
          <p:cNvSpPr txBox="1"/>
          <p:nvPr>
            <p:ph idx="1" type="body"/>
          </p:nvPr>
        </p:nvSpPr>
        <p:spPr>
          <a:xfrm>
            <a:off x="4783567" y="914400"/>
            <a:ext cx="4069080" cy="5211763"/>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100000"/>
              </a:lnSpc>
              <a:spcBef>
                <a:spcPts val="600"/>
              </a:spcBef>
              <a:spcAft>
                <a:spcPts val="0"/>
              </a:spcAft>
              <a:buSzPts val="1620"/>
              <a:buChar char="?"/>
              <a:defRPr sz="1800"/>
            </a:lvl6pPr>
            <a:lvl7pPr indent="-331470" lvl="6" marL="3200400" algn="l">
              <a:lnSpc>
                <a:spcPct val="100000"/>
              </a:lnSpc>
              <a:spcBef>
                <a:spcPts val="600"/>
              </a:spcBef>
              <a:spcAft>
                <a:spcPts val="0"/>
              </a:spcAft>
              <a:buSzPts val="1620"/>
              <a:buChar char="?"/>
              <a:defRPr sz="1800"/>
            </a:lvl7pPr>
            <a:lvl8pPr indent="-331470" lvl="7" marL="3657600" algn="l">
              <a:lnSpc>
                <a:spcPct val="100000"/>
              </a:lnSpc>
              <a:spcBef>
                <a:spcPts val="600"/>
              </a:spcBef>
              <a:spcAft>
                <a:spcPts val="0"/>
              </a:spcAft>
              <a:buSzPts val="1620"/>
              <a:buChar char="?"/>
              <a:defRPr sz="1800"/>
            </a:lvl8pPr>
            <a:lvl9pPr indent="-331470" lvl="8" marL="4114800" algn="l">
              <a:lnSpc>
                <a:spcPct val="100000"/>
              </a:lnSpc>
              <a:spcBef>
                <a:spcPts val="600"/>
              </a:spcBef>
              <a:spcAft>
                <a:spcPts val="0"/>
              </a:spcAft>
              <a:buSzPts val="1620"/>
              <a:buChar char="?"/>
              <a:defRPr sz="1800"/>
            </a:lvl9pPr>
          </a:lstStyle>
          <a:p/>
        </p:txBody>
      </p:sp>
      <p:sp>
        <p:nvSpPr>
          <p:cNvPr id="120" name="Google Shape;120;p74"/>
          <p:cNvSpPr txBox="1"/>
          <p:nvPr>
            <p:ph idx="2" type="body"/>
          </p:nvPr>
        </p:nvSpPr>
        <p:spPr>
          <a:xfrm>
            <a:off x="268941" y="2456329"/>
            <a:ext cx="4069080" cy="3182472"/>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SzPts val="1620"/>
              <a:buNone/>
              <a:defRPr sz="1800"/>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21" name="Google Shape;121;p74"/>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74"/>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7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124" name="Google Shape;124;p74"/>
          <p:cNvGrpSpPr/>
          <p:nvPr/>
        </p:nvGrpSpPr>
        <p:grpSpPr>
          <a:xfrm>
            <a:off x="284163" y="452718"/>
            <a:ext cx="8576373" cy="137411"/>
            <a:chOff x="284163" y="1577847"/>
            <a:chExt cx="8576373" cy="137411"/>
          </a:xfrm>
        </p:grpSpPr>
        <p:sp>
          <p:nvSpPr>
            <p:cNvPr id="125" name="Google Shape;125;p74"/>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74"/>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 name="Google Shape;127;p74"/>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8" name="Shape 128"/>
        <p:cNvGrpSpPr/>
        <p:nvPr/>
      </p:nvGrpSpPr>
      <p:grpSpPr>
        <a:xfrm>
          <a:off x="0" y="0"/>
          <a:ext cx="0" cy="0"/>
          <a:chOff x="0" y="0"/>
          <a:chExt cx="0" cy="0"/>
        </a:xfrm>
      </p:grpSpPr>
      <p:sp>
        <p:nvSpPr>
          <p:cNvPr id="129" name="Google Shape;129;p75"/>
          <p:cNvSpPr/>
          <p:nvPr/>
        </p:nvSpPr>
        <p:spPr>
          <a:xfrm>
            <a:off x="284163" y="4801575"/>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130" name="Google Shape;130;p75"/>
          <p:cNvGrpSpPr/>
          <p:nvPr/>
        </p:nvGrpSpPr>
        <p:grpSpPr>
          <a:xfrm>
            <a:off x="284163" y="6263389"/>
            <a:ext cx="8576373" cy="137411"/>
            <a:chOff x="284163" y="1759424"/>
            <a:chExt cx="8576373" cy="137411"/>
          </a:xfrm>
        </p:grpSpPr>
        <p:sp>
          <p:nvSpPr>
            <p:cNvPr id="131" name="Google Shape;131;p75"/>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 name="Google Shape;132;p75"/>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75"/>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34" name="Google Shape;134;p75"/>
          <p:cNvSpPr txBox="1"/>
          <p:nvPr>
            <p:ph type="title"/>
          </p:nvPr>
        </p:nvSpPr>
        <p:spPr>
          <a:xfrm>
            <a:off x="363071" y="4800600"/>
            <a:ext cx="8360242"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75"/>
          <p:cNvSpPr/>
          <p:nvPr>
            <p:ph idx="2" type="pic"/>
          </p:nvPr>
        </p:nvSpPr>
        <p:spPr>
          <a:xfrm>
            <a:off x="284163" y="457199"/>
            <a:ext cx="8577072" cy="4352544"/>
          </a:xfrm>
          <a:prstGeom prst="rect">
            <a:avLst/>
          </a:prstGeom>
          <a:noFill/>
          <a:ln>
            <a:noFill/>
          </a:ln>
        </p:spPr>
      </p:sp>
      <p:sp>
        <p:nvSpPr>
          <p:cNvPr id="136" name="Google Shape;136;p75"/>
          <p:cNvSpPr txBox="1"/>
          <p:nvPr>
            <p:ph idx="1" type="body"/>
          </p:nvPr>
        </p:nvSpPr>
        <p:spPr>
          <a:xfrm>
            <a:off x="419099" y="5367338"/>
            <a:ext cx="8304213"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260"/>
              <a:buNone/>
              <a:defRPr sz="1400">
                <a:solidFill>
                  <a:schemeClr val="lt1"/>
                </a:solidFill>
              </a:defRPr>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37" name="Google Shape;137;p75"/>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75"/>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Alt.">
  <p:cSld name="Picture with Caption, Alt.">
    <p:spTree>
      <p:nvGrpSpPr>
        <p:cNvPr id="140" name="Shape 140"/>
        <p:cNvGrpSpPr/>
        <p:nvPr/>
      </p:nvGrpSpPr>
      <p:grpSpPr>
        <a:xfrm>
          <a:off x="0" y="0"/>
          <a:ext cx="0" cy="0"/>
          <a:chOff x="0" y="0"/>
          <a:chExt cx="0" cy="0"/>
        </a:xfrm>
      </p:grpSpPr>
      <p:grpSp>
        <p:nvGrpSpPr>
          <p:cNvPr id="141" name="Google Shape;141;p76"/>
          <p:cNvGrpSpPr/>
          <p:nvPr/>
        </p:nvGrpSpPr>
        <p:grpSpPr>
          <a:xfrm>
            <a:off x="284163" y="4280647"/>
            <a:ext cx="8576373" cy="137411"/>
            <a:chOff x="284163" y="1759424"/>
            <a:chExt cx="8576373" cy="137411"/>
          </a:xfrm>
        </p:grpSpPr>
        <p:sp>
          <p:nvSpPr>
            <p:cNvPr id="142" name="Google Shape;142;p76"/>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76"/>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76"/>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45" name="Google Shape;145;p76"/>
          <p:cNvSpPr txBox="1"/>
          <p:nvPr>
            <p:ph type="title"/>
          </p:nvPr>
        </p:nvSpPr>
        <p:spPr>
          <a:xfrm>
            <a:off x="363071" y="4778189"/>
            <a:ext cx="8360242"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2"/>
              </a:buClr>
              <a:buSzPts val="2800"/>
              <a:buFont typeface="Corbel"/>
              <a:buNone/>
              <a:defRPr b="0" sz="2800">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76"/>
          <p:cNvSpPr/>
          <p:nvPr>
            <p:ph idx="2" type="pic"/>
          </p:nvPr>
        </p:nvSpPr>
        <p:spPr>
          <a:xfrm>
            <a:off x="284163" y="457200"/>
            <a:ext cx="8577072" cy="3822192"/>
          </a:xfrm>
          <a:prstGeom prst="rect">
            <a:avLst/>
          </a:prstGeom>
          <a:noFill/>
          <a:ln>
            <a:noFill/>
          </a:ln>
        </p:spPr>
      </p:sp>
      <p:sp>
        <p:nvSpPr>
          <p:cNvPr id="147" name="Google Shape;147;p76"/>
          <p:cNvSpPr txBox="1"/>
          <p:nvPr>
            <p:ph idx="1" type="body"/>
          </p:nvPr>
        </p:nvSpPr>
        <p:spPr>
          <a:xfrm>
            <a:off x="419099" y="5344927"/>
            <a:ext cx="8304213"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260"/>
              <a:buNone/>
              <a:defRPr sz="1400">
                <a:solidFill>
                  <a:srgbClr val="262626"/>
                </a:solidFill>
              </a:defRPr>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48" name="Google Shape;148;p7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7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7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icture, and Caption">
  <p:cSld name="Content, Picture, and Caption">
    <p:spTree>
      <p:nvGrpSpPr>
        <p:cNvPr id="151" name="Shape 151"/>
        <p:cNvGrpSpPr/>
        <p:nvPr/>
      </p:nvGrpSpPr>
      <p:grpSpPr>
        <a:xfrm>
          <a:off x="0" y="0"/>
          <a:ext cx="0" cy="0"/>
          <a:chOff x="0" y="0"/>
          <a:chExt cx="0" cy="0"/>
        </a:xfrm>
      </p:grpSpPr>
      <p:sp>
        <p:nvSpPr>
          <p:cNvPr id="152" name="Google Shape;152;p77"/>
          <p:cNvSpPr txBox="1"/>
          <p:nvPr>
            <p:ph idx="1" type="body"/>
          </p:nvPr>
        </p:nvSpPr>
        <p:spPr>
          <a:xfrm>
            <a:off x="3657600" y="914400"/>
            <a:ext cx="5195047" cy="5211763"/>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100000"/>
              </a:lnSpc>
              <a:spcBef>
                <a:spcPts val="600"/>
              </a:spcBef>
              <a:spcAft>
                <a:spcPts val="0"/>
              </a:spcAft>
              <a:buSzPts val="1620"/>
              <a:buChar char="?"/>
              <a:defRPr sz="1800"/>
            </a:lvl6pPr>
            <a:lvl7pPr indent="-331470" lvl="6" marL="3200400" algn="l">
              <a:lnSpc>
                <a:spcPct val="100000"/>
              </a:lnSpc>
              <a:spcBef>
                <a:spcPts val="600"/>
              </a:spcBef>
              <a:spcAft>
                <a:spcPts val="0"/>
              </a:spcAft>
              <a:buSzPts val="1620"/>
              <a:buChar char="?"/>
              <a:defRPr sz="1800"/>
            </a:lvl7pPr>
            <a:lvl8pPr indent="-331470" lvl="7" marL="3657600" algn="l">
              <a:lnSpc>
                <a:spcPct val="100000"/>
              </a:lnSpc>
              <a:spcBef>
                <a:spcPts val="600"/>
              </a:spcBef>
              <a:spcAft>
                <a:spcPts val="0"/>
              </a:spcAft>
              <a:buSzPts val="1620"/>
              <a:buChar char="?"/>
              <a:defRPr sz="1800"/>
            </a:lvl8pPr>
            <a:lvl9pPr indent="-331470" lvl="8" marL="4114800" algn="l">
              <a:lnSpc>
                <a:spcPct val="100000"/>
              </a:lnSpc>
              <a:spcBef>
                <a:spcPts val="600"/>
              </a:spcBef>
              <a:spcAft>
                <a:spcPts val="0"/>
              </a:spcAft>
              <a:buSzPts val="1620"/>
              <a:buChar char="?"/>
              <a:defRPr sz="1800"/>
            </a:lvl9pPr>
          </a:lstStyle>
          <a:p/>
        </p:txBody>
      </p:sp>
      <p:sp>
        <p:nvSpPr>
          <p:cNvPr id="153" name="Google Shape;153;p7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7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7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6" name="Google Shape;156;p77"/>
          <p:cNvSpPr/>
          <p:nvPr/>
        </p:nvSpPr>
        <p:spPr>
          <a:xfrm>
            <a:off x="284163" y="4267200"/>
            <a:ext cx="2743200" cy="2120153"/>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sp>
        <p:nvSpPr>
          <p:cNvPr id="157" name="Google Shape;157;p77"/>
          <p:cNvSpPr txBox="1"/>
          <p:nvPr>
            <p:ph idx="2" type="body"/>
          </p:nvPr>
        </p:nvSpPr>
        <p:spPr>
          <a:xfrm>
            <a:off x="419101" y="4953001"/>
            <a:ext cx="2472017" cy="124609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260"/>
              <a:buNone/>
              <a:defRPr sz="1400">
                <a:solidFill>
                  <a:schemeClr val="lt1"/>
                </a:solidFill>
              </a:defRPr>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58" name="Google Shape;158;p77"/>
          <p:cNvSpPr txBox="1"/>
          <p:nvPr>
            <p:ph type="title"/>
          </p:nvPr>
        </p:nvSpPr>
        <p:spPr>
          <a:xfrm>
            <a:off x="410764" y="4419600"/>
            <a:ext cx="2475395" cy="51098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000"/>
              <a:buFont typeface="Corbel"/>
              <a:buNone/>
              <a:defRPr b="1" sz="2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77"/>
          <p:cNvSpPr/>
          <p:nvPr>
            <p:ph idx="3" type="pic"/>
          </p:nvPr>
        </p:nvSpPr>
        <p:spPr>
          <a:xfrm>
            <a:off x="284164" y="594360"/>
            <a:ext cx="2743200" cy="3675888"/>
          </a:xfrm>
          <a:prstGeom prst="rect">
            <a:avLst/>
          </a:prstGeom>
          <a:noFill/>
          <a:ln>
            <a:noFill/>
          </a:ln>
        </p:spPr>
      </p:sp>
      <p:grpSp>
        <p:nvGrpSpPr>
          <p:cNvPr id="160" name="Google Shape;160;p77"/>
          <p:cNvGrpSpPr/>
          <p:nvPr/>
        </p:nvGrpSpPr>
        <p:grpSpPr>
          <a:xfrm>
            <a:off x="284163" y="461682"/>
            <a:ext cx="8576373" cy="137411"/>
            <a:chOff x="284163" y="1759424"/>
            <a:chExt cx="8576373" cy="137411"/>
          </a:xfrm>
        </p:grpSpPr>
        <p:sp>
          <p:nvSpPr>
            <p:cNvPr id="161" name="Google Shape;161;p77"/>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2" name="Google Shape;162;p77"/>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3" name="Google Shape;163;p77"/>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p:cSld name="3 Pictures with Caption">
    <p:spTree>
      <p:nvGrpSpPr>
        <p:cNvPr id="164" name="Shape 164"/>
        <p:cNvGrpSpPr/>
        <p:nvPr/>
      </p:nvGrpSpPr>
      <p:grpSpPr>
        <a:xfrm>
          <a:off x="0" y="0"/>
          <a:ext cx="0" cy="0"/>
          <a:chOff x="0" y="0"/>
          <a:chExt cx="0" cy="0"/>
        </a:xfrm>
      </p:grpSpPr>
      <p:sp>
        <p:nvSpPr>
          <p:cNvPr id="165" name="Google Shape;165;p78"/>
          <p:cNvSpPr/>
          <p:nvPr/>
        </p:nvSpPr>
        <p:spPr>
          <a:xfrm>
            <a:off x="3021013" y="4801575"/>
            <a:ext cx="583723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166" name="Google Shape;166;p78"/>
          <p:cNvGrpSpPr/>
          <p:nvPr/>
        </p:nvGrpSpPr>
        <p:grpSpPr>
          <a:xfrm>
            <a:off x="284163" y="6263389"/>
            <a:ext cx="8576373" cy="137411"/>
            <a:chOff x="284163" y="1759424"/>
            <a:chExt cx="8576373" cy="137411"/>
          </a:xfrm>
        </p:grpSpPr>
        <p:sp>
          <p:nvSpPr>
            <p:cNvPr id="167" name="Google Shape;167;p78"/>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p78"/>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p78"/>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70" name="Google Shape;170;p78"/>
          <p:cNvSpPr txBox="1"/>
          <p:nvPr>
            <p:ph type="title"/>
          </p:nvPr>
        </p:nvSpPr>
        <p:spPr>
          <a:xfrm>
            <a:off x="3031661" y="4800600"/>
            <a:ext cx="5691651"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78"/>
          <p:cNvSpPr/>
          <p:nvPr>
            <p:ph idx="2" type="pic"/>
          </p:nvPr>
        </p:nvSpPr>
        <p:spPr>
          <a:xfrm>
            <a:off x="3021014" y="457199"/>
            <a:ext cx="5833872" cy="4352544"/>
          </a:xfrm>
          <a:prstGeom prst="rect">
            <a:avLst/>
          </a:prstGeom>
          <a:noFill/>
          <a:ln>
            <a:noFill/>
          </a:ln>
        </p:spPr>
      </p:sp>
      <p:sp>
        <p:nvSpPr>
          <p:cNvPr id="172" name="Google Shape;172;p78"/>
          <p:cNvSpPr txBox="1"/>
          <p:nvPr>
            <p:ph idx="1" type="body"/>
          </p:nvPr>
        </p:nvSpPr>
        <p:spPr>
          <a:xfrm>
            <a:off x="3069805" y="5367338"/>
            <a:ext cx="5653507"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260"/>
              <a:buNone/>
              <a:defRPr sz="1400">
                <a:solidFill>
                  <a:schemeClr val="lt1"/>
                </a:solidFill>
              </a:defRPr>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73" name="Google Shape;173;p7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7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7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6" name="Google Shape;176;p78"/>
          <p:cNvSpPr/>
          <p:nvPr>
            <p:ph idx="3" type="pic"/>
          </p:nvPr>
        </p:nvSpPr>
        <p:spPr>
          <a:xfrm>
            <a:off x="284164" y="457200"/>
            <a:ext cx="2736850" cy="2907792"/>
          </a:xfrm>
          <a:prstGeom prst="rect">
            <a:avLst/>
          </a:prstGeom>
          <a:noFill/>
          <a:ln>
            <a:noFill/>
          </a:ln>
        </p:spPr>
      </p:sp>
      <p:sp>
        <p:nvSpPr>
          <p:cNvPr id="177" name="Google Shape;177;p78"/>
          <p:cNvSpPr/>
          <p:nvPr>
            <p:ph idx="4" type="pic"/>
          </p:nvPr>
        </p:nvSpPr>
        <p:spPr>
          <a:xfrm>
            <a:off x="284164" y="3364992"/>
            <a:ext cx="2736850" cy="2898648"/>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8" name="Shape 178"/>
        <p:cNvGrpSpPr/>
        <p:nvPr/>
      </p:nvGrpSpPr>
      <p:grpSpPr>
        <a:xfrm>
          <a:off x="0" y="0"/>
          <a:ext cx="0" cy="0"/>
          <a:chOff x="0" y="0"/>
          <a:chExt cx="0" cy="0"/>
        </a:xfrm>
      </p:grpSpPr>
      <p:sp>
        <p:nvSpPr>
          <p:cNvPr id="179" name="Google Shape;179;p79"/>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80" name="Google Shape;180;p79"/>
          <p:cNvGrpSpPr/>
          <p:nvPr/>
        </p:nvGrpSpPr>
        <p:grpSpPr>
          <a:xfrm>
            <a:off x="284163" y="1577847"/>
            <a:ext cx="8576373" cy="137411"/>
            <a:chOff x="284163" y="1577847"/>
            <a:chExt cx="8576373" cy="137411"/>
          </a:xfrm>
        </p:grpSpPr>
        <p:sp>
          <p:nvSpPr>
            <p:cNvPr id="181" name="Google Shape;181;p79"/>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2" name="Google Shape;182;p79"/>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3" name="Google Shape;183;p79"/>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84" name="Google Shape;184;p79"/>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79"/>
          <p:cNvSpPr txBox="1"/>
          <p:nvPr>
            <p:ph idx="1" type="body"/>
          </p:nvPr>
        </p:nvSpPr>
        <p:spPr>
          <a:xfrm rot="5400000">
            <a:off x="2564607" y="-146843"/>
            <a:ext cx="4013200" cy="8574087"/>
          </a:xfrm>
          <a:prstGeom prst="rect">
            <a:avLst/>
          </a:prstGeom>
          <a:noFill/>
          <a:ln>
            <a:noFill/>
          </a:ln>
        </p:spPr>
        <p:txBody>
          <a:bodyPr anchorCtr="0" anchor="t" bIns="45700" lIns="91425" spcFirstLastPara="1" rIns="91425" wrap="square" tIns="45700">
            <a:normAutofit/>
          </a:bodyPr>
          <a:lstStyle>
            <a:lvl1pPr indent="-331470" lvl="0" marL="457200" algn="l">
              <a:lnSpc>
                <a:spcPct val="100000"/>
              </a:lnSpc>
              <a:spcBef>
                <a:spcPts val="2000"/>
              </a:spcBef>
              <a:spcAft>
                <a:spcPts val="0"/>
              </a:spcAft>
              <a:buSzPts val="1620"/>
              <a:buChar char="?"/>
              <a:defRPr/>
            </a:lvl1pPr>
            <a:lvl2pPr indent="-331469" lvl="1" marL="914400" algn="l">
              <a:lnSpc>
                <a:spcPct val="100000"/>
              </a:lnSpc>
              <a:spcBef>
                <a:spcPts val="600"/>
              </a:spcBef>
              <a:spcAft>
                <a:spcPts val="0"/>
              </a:spcAft>
              <a:buSzPts val="1620"/>
              <a:buChar char="?"/>
              <a:defRPr/>
            </a:lvl2pPr>
            <a:lvl3pPr indent="-331469" lvl="2" marL="1371600" algn="l">
              <a:lnSpc>
                <a:spcPct val="100000"/>
              </a:lnSpc>
              <a:spcBef>
                <a:spcPts val="600"/>
              </a:spcBef>
              <a:spcAft>
                <a:spcPts val="0"/>
              </a:spcAft>
              <a:buSzPts val="162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100000"/>
              </a:lnSpc>
              <a:spcBef>
                <a:spcPts val="600"/>
              </a:spcBef>
              <a:spcAft>
                <a:spcPts val="0"/>
              </a:spcAft>
              <a:buSzPts val="1620"/>
              <a:buChar char="?"/>
              <a:defRPr/>
            </a:lvl6pPr>
            <a:lvl7pPr indent="-331470" lvl="6" marL="3200400" algn="l">
              <a:lnSpc>
                <a:spcPct val="100000"/>
              </a:lnSpc>
              <a:spcBef>
                <a:spcPts val="600"/>
              </a:spcBef>
              <a:spcAft>
                <a:spcPts val="0"/>
              </a:spcAft>
              <a:buSzPts val="1620"/>
              <a:buChar char="?"/>
              <a:defRPr/>
            </a:lvl7pPr>
            <a:lvl8pPr indent="-331470" lvl="7" marL="3657600" algn="l">
              <a:lnSpc>
                <a:spcPct val="100000"/>
              </a:lnSpc>
              <a:spcBef>
                <a:spcPts val="600"/>
              </a:spcBef>
              <a:spcAft>
                <a:spcPts val="0"/>
              </a:spcAft>
              <a:buSzPts val="1620"/>
              <a:buChar char="?"/>
              <a:defRPr/>
            </a:lvl8pPr>
            <a:lvl9pPr indent="-331470" lvl="8" marL="4114800" algn="l">
              <a:lnSpc>
                <a:spcPct val="100000"/>
              </a:lnSpc>
              <a:spcBef>
                <a:spcPts val="600"/>
              </a:spcBef>
              <a:spcAft>
                <a:spcPts val="0"/>
              </a:spcAft>
              <a:buSzPts val="1620"/>
              <a:buChar char="?"/>
              <a:defRPr/>
            </a:lvl9pPr>
          </a:lstStyle>
          <a:p/>
        </p:txBody>
      </p:sp>
      <p:sp>
        <p:nvSpPr>
          <p:cNvPr id="186" name="Google Shape;186;p7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7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7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9" name="Shape 189"/>
        <p:cNvGrpSpPr/>
        <p:nvPr/>
      </p:nvGrpSpPr>
      <p:grpSpPr>
        <a:xfrm>
          <a:off x="0" y="0"/>
          <a:ext cx="0" cy="0"/>
          <a:chOff x="0" y="0"/>
          <a:chExt cx="0" cy="0"/>
        </a:xfrm>
      </p:grpSpPr>
      <p:sp>
        <p:nvSpPr>
          <p:cNvPr id="190" name="Google Shape;190;p80"/>
          <p:cNvSpPr/>
          <p:nvPr/>
        </p:nvSpPr>
        <p:spPr>
          <a:xfrm rot="5400000">
            <a:off x="5313882" y="2857535"/>
            <a:ext cx="5934615"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1" name="Google Shape;191;p80"/>
          <p:cNvSpPr txBox="1"/>
          <p:nvPr>
            <p:ph type="title"/>
          </p:nvPr>
        </p:nvSpPr>
        <p:spPr>
          <a:xfrm rot="5400000">
            <a:off x="5219069" y="2949131"/>
            <a:ext cx="5921375" cy="969264"/>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400"/>
              <a:buFont typeface="Corbel"/>
              <a:buNone/>
              <a:defRPr sz="3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80"/>
          <p:cNvSpPr txBox="1"/>
          <p:nvPr>
            <p:ph idx="1" type="body"/>
          </p:nvPr>
        </p:nvSpPr>
        <p:spPr>
          <a:xfrm rot="5400000">
            <a:off x="564357" y="177007"/>
            <a:ext cx="5937250" cy="6497637"/>
          </a:xfrm>
          <a:prstGeom prst="rect">
            <a:avLst/>
          </a:prstGeom>
          <a:noFill/>
          <a:ln>
            <a:noFill/>
          </a:ln>
        </p:spPr>
        <p:txBody>
          <a:bodyPr anchorCtr="0" anchor="t" bIns="45700" lIns="91425" spcFirstLastPara="1" rIns="91425" wrap="square" tIns="45700">
            <a:normAutofit/>
          </a:bodyPr>
          <a:lstStyle>
            <a:lvl1pPr indent="-331470" lvl="0" marL="457200" algn="l">
              <a:lnSpc>
                <a:spcPct val="100000"/>
              </a:lnSpc>
              <a:spcBef>
                <a:spcPts val="2000"/>
              </a:spcBef>
              <a:spcAft>
                <a:spcPts val="0"/>
              </a:spcAft>
              <a:buSzPts val="1620"/>
              <a:buChar char="?"/>
              <a:defRPr/>
            </a:lvl1pPr>
            <a:lvl2pPr indent="-331469" lvl="1" marL="914400" algn="l">
              <a:lnSpc>
                <a:spcPct val="100000"/>
              </a:lnSpc>
              <a:spcBef>
                <a:spcPts val="600"/>
              </a:spcBef>
              <a:spcAft>
                <a:spcPts val="0"/>
              </a:spcAft>
              <a:buSzPts val="1620"/>
              <a:buChar char="?"/>
              <a:defRPr/>
            </a:lvl2pPr>
            <a:lvl3pPr indent="-331469" lvl="2" marL="1371600" algn="l">
              <a:lnSpc>
                <a:spcPct val="100000"/>
              </a:lnSpc>
              <a:spcBef>
                <a:spcPts val="600"/>
              </a:spcBef>
              <a:spcAft>
                <a:spcPts val="0"/>
              </a:spcAft>
              <a:buSzPts val="162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100000"/>
              </a:lnSpc>
              <a:spcBef>
                <a:spcPts val="600"/>
              </a:spcBef>
              <a:spcAft>
                <a:spcPts val="0"/>
              </a:spcAft>
              <a:buSzPts val="1620"/>
              <a:buChar char="?"/>
              <a:defRPr/>
            </a:lvl6pPr>
            <a:lvl7pPr indent="-331470" lvl="6" marL="3200400" algn="l">
              <a:lnSpc>
                <a:spcPct val="100000"/>
              </a:lnSpc>
              <a:spcBef>
                <a:spcPts val="600"/>
              </a:spcBef>
              <a:spcAft>
                <a:spcPts val="0"/>
              </a:spcAft>
              <a:buSzPts val="1620"/>
              <a:buChar char="?"/>
              <a:defRPr/>
            </a:lvl7pPr>
            <a:lvl8pPr indent="-331470" lvl="7" marL="3657600" algn="l">
              <a:lnSpc>
                <a:spcPct val="100000"/>
              </a:lnSpc>
              <a:spcBef>
                <a:spcPts val="600"/>
              </a:spcBef>
              <a:spcAft>
                <a:spcPts val="0"/>
              </a:spcAft>
              <a:buSzPts val="1620"/>
              <a:buChar char="?"/>
              <a:defRPr/>
            </a:lvl8pPr>
            <a:lvl9pPr indent="-331470" lvl="8" marL="4114800" algn="l">
              <a:lnSpc>
                <a:spcPct val="100000"/>
              </a:lnSpc>
              <a:spcBef>
                <a:spcPts val="600"/>
              </a:spcBef>
              <a:spcAft>
                <a:spcPts val="0"/>
              </a:spcAft>
              <a:buSzPts val="1620"/>
              <a:buChar char="?"/>
              <a:defRPr/>
            </a:lvl9pPr>
          </a:lstStyle>
          <a:p/>
        </p:txBody>
      </p:sp>
      <p:sp>
        <p:nvSpPr>
          <p:cNvPr id="193" name="Google Shape;193;p80"/>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80"/>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8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196" name="Google Shape;196;p80"/>
          <p:cNvGrpSpPr/>
          <p:nvPr/>
        </p:nvGrpSpPr>
        <p:grpSpPr>
          <a:xfrm rot="5400000">
            <a:off x="4658724" y="3355723"/>
            <a:ext cx="5934456" cy="137411"/>
            <a:chOff x="284163" y="1577847"/>
            <a:chExt cx="8576373" cy="137411"/>
          </a:xfrm>
        </p:grpSpPr>
        <p:sp>
          <p:nvSpPr>
            <p:cNvPr id="197" name="Google Shape;197;p80"/>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8" name="Google Shape;198;p80"/>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9" name="Google Shape;199;p80"/>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4"/>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65760" lvl="0" marL="457200" marR="0" rtl="0" algn="l">
              <a:lnSpc>
                <a:spcPct val="100000"/>
              </a:lnSpc>
              <a:spcBef>
                <a:spcPts val="2000"/>
              </a:spcBef>
              <a:spcAft>
                <a:spcPts val="0"/>
              </a:spcAft>
              <a:buClr>
                <a:srgbClr val="A5A5A5"/>
              </a:buClr>
              <a:buSzPts val="2160"/>
              <a:buFont typeface="Noto Sans Symbols"/>
              <a:buChar char="🡽"/>
              <a:defRPr b="0" i="0" sz="2400" u="none" cap="none" strike="noStrike">
                <a:solidFill>
                  <a:srgbClr val="262626"/>
                </a:solidFill>
                <a:latin typeface="Calibri"/>
                <a:ea typeface="Calibri"/>
                <a:cs typeface="Calibri"/>
                <a:sym typeface="Calibri"/>
              </a:defRPr>
            </a:lvl1pPr>
            <a:lvl2pPr indent="-354330" lvl="1" marL="914400" marR="0" rtl="0" algn="l">
              <a:lnSpc>
                <a:spcPct val="100000"/>
              </a:lnSpc>
              <a:spcBef>
                <a:spcPts val="600"/>
              </a:spcBef>
              <a:spcAft>
                <a:spcPts val="0"/>
              </a:spcAft>
              <a:buClr>
                <a:srgbClr val="3F3F3F"/>
              </a:buClr>
              <a:buSzPts val="1980"/>
              <a:buFont typeface="Noto Sans Symbols"/>
              <a:buChar char="🡽"/>
              <a:defRPr b="0" i="0" sz="2200" u="none" cap="none" strike="noStrike">
                <a:solidFill>
                  <a:srgbClr val="262626"/>
                </a:solidFill>
                <a:latin typeface="Calibri"/>
                <a:ea typeface="Calibri"/>
                <a:cs typeface="Calibri"/>
                <a:sym typeface="Calibri"/>
              </a:defRPr>
            </a:lvl2pPr>
            <a:lvl3pPr indent="-342900" lvl="2" marL="1371600" marR="0" rtl="0" algn="l">
              <a:lnSpc>
                <a:spcPct val="100000"/>
              </a:lnSpc>
              <a:spcBef>
                <a:spcPts val="600"/>
              </a:spcBef>
              <a:spcAft>
                <a:spcPts val="0"/>
              </a:spcAft>
              <a:buClr>
                <a:srgbClr val="A5A5A5"/>
              </a:buClr>
              <a:buSzPts val="1800"/>
              <a:buFont typeface="Noto Sans Symbols"/>
              <a:buChar char="🡽"/>
              <a:defRPr b="0" i="0" sz="2000" u="none" cap="none" strike="noStrike">
                <a:solidFill>
                  <a:srgbClr val="262626"/>
                </a:solidFill>
                <a:latin typeface="Calibri"/>
                <a:ea typeface="Calibri"/>
                <a:cs typeface="Calibri"/>
                <a:sym typeface="Calibri"/>
              </a:defRPr>
            </a:lvl3pPr>
            <a:lvl4pPr indent="-331469" lvl="3" marL="1828800" marR="0" rtl="0" algn="l">
              <a:lnSpc>
                <a:spcPct val="100000"/>
              </a:lnSpc>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4pPr>
            <a:lvl5pPr indent="-331470" lvl="4" marL="2286000" marR="0" rtl="0" algn="l">
              <a:lnSpc>
                <a:spcPct val="100000"/>
              </a:lnSpc>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5pPr>
            <a:lvl6pPr indent="-331470" lvl="5" marL="2743200" marR="0" rtl="0" algn="l">
              <a:lnSpc>
                <a:spcPct val="100000"/>
              </a:lnSpc>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6pPr>
            <a:lvl7pPr indent="-331470" lvl="6" marL="3200400" marR="0" rtl="0" algn="l">
              <a:lnSpc>
                <a:spcPct val="100000"/>
              </a:lnSpc>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7pPr>
            <a:lvl8pPr indent="-331470" lvl="7" marL="3657600" marR="0" rtl="0" algn="l">
              <a:lnSpc>
                <a:spcPct val="100000"/>
              </a:lnSpc>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8pPr>
            <a:lvl9pPr indent="-331470" lvl="8" marL="4114800" marR="0" rtl="0" algn="l">
              <a:lnSpc>
                <a:spcPct val="100000"/>
              </a:lnSpc>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9pPr>
          </a:lstStyle>
          <a:p/>
        </p:txBody>
      </p:sp>
      <p:sp>
        <p:nvSpPr>
          <p:cNvPr id="7" name="Google Shape;7;p64"/>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100" u="none" cap="none" strike="noStrike">
                <a:solidFill>
                  <a:srgbClr val="A5A5A5"/>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p64"/>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100" u="none" cap="none" strike="noStrike">
                <a:solidFill>
                  <a:srgbClr val="A5A5A5"/>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6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p64"/>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marR="0" rtl="0" algn="r">
              <a:lnSpc>
                <a:spcPct val="100000"/>
              </a:lnSpc>
              <a:spcBef>
                <a:spcPts val="0"/>
              </a:spcBef>
              <a:spcAft>
                <a:spcPts val="0"/>
              </a:spcAft>
              <a:buClr>
                <a:schemeClr val="lt1"/>
              </a:buClr>
              <a:buSzPts val="4200"/>
              <a:buFont typeface="Corbel"/>
              <a:buNone/>
              <a:defRPr b="0" i="0" sz="4200" u="none" cap="none" strike="noStrike">
                <a:solidFill>
                  <a:schemeClr val="lt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
          <p:cNvSpPr txBox="1"/>
          <p:nvPr>
            <p:ph idx="1" type="subTitle"/>
          </p:nvPr>
        </p:nvSpPr>
        <p:spPr>
          <a:xfrm>
            <a:off x="445383" y="1111188"/>
            <a:ext cx="4198537" cy="48463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A5A5A5"/>
              </a:buClr>
              <a:buSzPts val="2700"/>
              <a:buFont typeface="Noto Sans Symbols"/>
              <a:buNone/>
            </a:pPr>
            <a:r>
              <a:rPr lang="en-US" sz="3000">
                <a:solidFill>
                  <a:srgbClr val="0000FF"/>
                </a:solidFill>
                <a:highlight>
                  <a:srgbClr val="FFFF00"/>
                </a:highlight>
                <a:latin typeface="Times New Roman"/>
                <a:ea typeface="Times New Roman"/>
                <a:cs typeface="Times New Roman"/>
                <a:sym typeface="Times New Roman"/>
              </a:rPr>
              <a:t>Course Code:  </a:t>
            </a:r>
            <a:r>
              <a:rPr b="1" lang="en-US" sz="3000">
                <a:solidFill>
                  <a:srgbClr val="0000FF"/>
                </a:solidFill>
                <a:highlight>
                  <a:srgbClr val="FFFF00"/>
                </a:highlight>
                <a:latin typeface="Times New Roman"/>
                <a:ea typeface="Times New Roman"/>
                <a:cs typeface="Times New Roman"/>
                <a:sym typeface="Times New Roman"/>
              </a:rPr>
              <a:t>CSC4226 </a:t>
            </a:r>
            <a:endParaRPr sz="3000">
              <a:solidFill>
                <a:srgbClr val="0000FF"/>
              </a:solidFill>
              <a:highlight>
                <a:srgbClr val="FFFF00"/>
              </a:highlight>
              <a:latin typeface="Times New Roman"/>
              <a:ea typeface="Times New Roman"/>
              <a:cs typeface="Times New Roman"/>
              <a:sym typeface="Times New Roman"/>
            </a:endParaRPr>
          </a:p>
        </p:txBody>
      </p:sp>
      <p:sp>
        <p:nvSpPr>
          <p:cNvPr id="205" name="Google Shape;205;p1"/>
          <p:cNvSpPr txBox="1"/>
          <p:nvPr/>
        </p:nvSpPr>
        <p:spPr>
          <a:xfrm>
            <a:off x="76971" y="2446757"/>
            <a:ext cx="9024614"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70C0"/>
                </a:solidFill>
                <a:latin typeface="Times New Roman"/>
                <a:ea typeface="Times New Roman"/>
                <a:cs typeface="Times New Roman"/>
                <a:sym typeface="Times New Roman"/>
              </a:rPr>
              <a:t>Dept. of Computer Science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70C0"/>
                </a:solidFill>
                <a:latin typeface="Times New Roman"/>
                <a:ea typeface="Times New Roman"/>
                <a:cs typeface="Times New Roman"/>
                <a:sym typeface="Times New Roman"/>
              </a:rPr>
              <a:t>Faculty of Science and Technology</a:t>
            </a:r>
            <a:endParaRPr b="1" i="0" sz="2400" u="none" cap="none" strike="noStrike">
              <a:solidFill>
                <a:srgbClr val="0070C0"/>
              </a:solidFill>
              <a:latin typeface="Times New Roman"/>
              <a:ea typeface="Times New Roman"/>
              <a:cs typeface="Times New Roman"/>
              <a:sym typeface="Times New Roman"/>
            </a:endParaRPr>
          </a:p>
        </p:txBody>
      </p:sp>
      <p:graphicFrame>
        <p:nvGraphicFramePr>
          <p:cNvPr id="206" name="Google Shape;206;p1"/>
          <p:cNvGraphicFramePr/>
          <p:nvPr/>
        </p:nvGraphicFramePr>
        <p:xfrm>
          <a:off x="476205" y="5186042"/>
          <a:ext cx="3000000" cy="3000000"/>
        </p:xfrm>
        <a:graphic>
          <a:graphicData uri="http://schemas.openxmlformats.org/drawingml/2006/table">
            <a:tbl>
              <a:tblPr bandRow="1" firstRow="1">
                <a:noFill/>
                <a:tableStyleId>{E33C4A92-193A-4B1E-9240-EDF820CFA951}</a:tableStyleId>
              </a:tblPr>
              <a:tblGrid>
                <a:gridCol w="1483225"/>
                <a:gridCol w="1397725"/>
                <a:gridCol w="1227900"/>
                <a:gridCol w="1056600"/>
                <a:gridCol w="1233575"/>
                <a:gridCol w="1936750"/>
              </a:tblGrid>
              <a:tr h="378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Lecture 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Two (2)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Week 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Two (2)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Semester: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a:latin typeface="Times New Roman"/>
                          <a:ea typeface="Times New Roman"/>
                          <a:cs typeface="Times New Roman"/>
                          <a:sym typeface="Times New Roman"/>
                        </a:rPr>
                        <a:t>Spribg</a:t>
                      </a:r>
                      <a:r>
                        <a:rPr lang="en-US" sz="1800" u="none" cap="none" strike="noStrike">
                          <a:latin typeface="Times New Roman"/>
                          <a:ea typeface="Times New Roman"/>
                          <a:cs typeface="Times New Roman"/>
                          <a:sym typeface="Times New Roman"/>
                        </a:rPr>
                        <a:t> 2025-26</a:t>
                      </a:r>
                      <a:endParaRPr sz="1400" u="none" cap="none" strike="noStrike"/>
                    </a:p>
                  </a:txBody>
                  <a:tcPr marT="45725" marB="45725" marR="91450" marL="91450"/>
                </a:tc>
              </a:tr>
              <a:tr h="378725">
                <a:tc>
                  <a:txBody>
                    <a:bodyPr/>
                    <a:lstStyle/>
                    <a:p>
                      <a:pPr indent="0" lvl="0" marL="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Lecturer:</a:t>
                      </a:r>
                      <a:endParaRPr sz="1400" u="none" cap="none" strike="noStrike"/>
                    </a:p>
                  </a:txBody>
                  <a:tcPr marT="45725" marB="45725" marR="91450" marL="91450"/>
                </a:tc>
                <a:tc gridSpan="5">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solidFill>
                            <a:srgbClr val="FF0000"/>
                          </a:solidFill>
                          <a:highlight>
                            <a:srgbClr val="FFFF00"/>
                          </a:highlight>
                          <a:latin typeface="Times New Roman"/>
                          <a:ea typeface="Times New Roman"/>
                          <a:cs typeface="Times New Roman"/>
                          <a:sym typeface="Times New Roman"/>
                        </a:rPr>
                        <a:t>Prof. Dr. Firoz Ahmed </a:t>
                      </a:r>
                      <a:r>
                        <a:rPr i="1" lang="en-US" sz="1800" u="none" cap="none" strike="noStrike">
                          <a:latin typeface="Times New Roman"/>
                          <a:ea typeface="Times New Roman"/>
                          <a:cs typeface="Times New Roman"/>
                          <a:sym typeface="Times New Roman"/>
                        </a:rPr>
                        <a:t>                                                  </a:t>
                      </a:r>
                      <a:r>
                        <a:rPr i="1" lang="en-US" sz="1800" u="none" cap="none" strike="noStrike">
                          <a:solidFill>
                            <a:srgbClr val="FF0000"/>
                          </a:solidFill>
                          <a:highlight>
                            <a:srgbClr val="FFFF00"/>
                          </a:highlight>
                          <a:latin typeface="Times New Roman"/>
                          <a:ea typeface="Times New Roman"/>
                          <a:cs typeface="Times New Roman"/>
                          <a:sym typeface="Times New Roman"/>
                        </a:rPr>
                        <a:t>fahmed@aiub.edu</a:t>
                      </a:r>
                      <a:endParaRPr sz="1400" u="none" cap="none" strike="noStrike"/>
                    </a:p>
                  </a:txBody>
                  <a:tcPr marT="45725" marB="45725" marR="91450" marL="91450"/>
                </a:tc>
                <a:tc hMerge="1"/>
                <a:tc hMerge="1"/>
                <a:tc hMerge="1"/>
                <a:tc hMerge="1"/>
              </a:tr>
            </a:tbl>
          </a:graphicData>
        </a:graphic>
      </p:graphicFrame>
      <p:sp>
        <p:nvSpPr>
          <p:cNvPr id="207" name="Google Shape;207;p1"/>
          <p:cNvSpPr txBox="1"/>
          <p:nvPr/>
        </p:nvSpPr>
        <p:spPr>
          <a:xfrm>
            <a:off x="441889" y="718004"/>
            <a:ext cx="8496628" cy="4846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A5A5"/>
              </a:buClr>
              <a:buSzPts val="2520"/>
              <a:buFont typeface="Noto Sans Symbols"/>
              <a:buNone/>
            </a:pPr>
            <a:r>
              <a:rPr b="0" i="0" lang="en-US" sz="2800" u="none" cap="none" strike="noStrike">
                <a:solidFill>
                  <a:srgbClr val="0000FF"/>
                </a:solidFill>
                <a:highlight>
                  <a:srgbClr val="FFFF00"/>
                </a:highlight>
                <a:latin typeface="Times New Roman"/>
                <a:ea typeface="Times New Roman"/>
                <a:cs typeface="Times New Roman"/>
                <a:sym typeface="Times New Roman"/>
              </a:rPr>
              <a:t>Course Title:  </a:t>
            </a:r>
            <a:r>
              <a:rPr b="1" i="0" lang="en-US" sz="2800" u="none" cap="none" strike="noStrike">
                <a:solidFill>
                  <a:srgbClr val="0000FF"/>
                </a:solidFill>
                <a:highlight>
                  <a:srgbClr val="FFFF00"/>
                </a:highlight>
                <a:latin typeface="Times New Roman"/>
                <a:ea typeface="Times New Roman"/>
                <a:cs typeface="Times New Roman"/>
                <a:sym typeface="Times New Roman"/>
              </a:rPr>
              <a:t>Artificial Intelligence and Expert System </a:t>
            </a:r>
            <a:endParaRPr b="0" i="0" sz="2800" u="none" cap="none" strike="noStrike">
              <a:solidFill>
                <a:srgbClr val="0000FF"/>
              </a:solidFill>
              <a:highlight>
                <a:srgbClr val="FFFF00"/>
              </a:highlight>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
          <p:cNvSpPr txBox="1"/>
          <p:nvPr>
            <p:ph idx="1" type="subTitle"/>
          </p:nvPr>
        </p:nvSpPr>
        <p:spPr>
          <a:xfrm>
            <a:off x="486697" y="2363928"/>
            <a:ext cx="7754112" cy="3009930"/>
          </a:xfrm>
          <a:prstGeom prst="rect">
            <a:avLst/>
          </a:prstGeom>
          <a:noFill/>
          <a:ln>
            <a:noFill/>
          </a:ln>
        </p:spPr>
        <p:txBody>
          <a:bodyPr anchorCtr="0" anchor="t" bIns="45700" lIns="91425" spcFirstLastPara="1" rIns="91425" wrap="square" tIns="45700">
            <a:noAutofit/>
          </a:bodyPr>
          <a:lstStyle/>
          <a:p>
            <a:pPr indent="-438150" lvl="0" marL="400050" rtl="0" algn="l">
              <a:lnSpc>
                <a:spcPct val="100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Intelligent Agent: </a:t>
            </a:r>
            <a:endParaRPr sz="2400">
              <a:solidFill>
                <a:schemeClr val="dk1"/>
              </a:solidFill>
              <a:latin typeface="Times New Roman"/>
              <a:ea typeface="Times New Roman"/>
              <a:cs typeface="Times New Roman"/>
              <a:sym typeface="Times New Roman"/>
            </a:endParaRPr>
          </a:p>
          <a:p>
            <a:pPr indent="-495300" lvl="1" marL="914400" rtl="0" algn="l">
              <a:lnSpc>
                <a:spcPct val="100000"/>
              </a:lnSpc>
              <a:spcBef>
                <a:spcPts val="0"/>
              </a:spcBef>
              <a:spcAft>
                <a:spcPts val="0"/>
              </a:spcAft>
              <a:buClr>
                <a:srgbClr val="0000FF"/>
              </a:buClr>
              <a:buSzPts val="2400"/>
              <a:buFont typeface="Times New Roman"/>
              <a:buChar char="○"/>
            </a:pPr>
            <a:r>
              <a:rPr lang="en-US" sz="2400">
                <a:solidFill>
                  <a:srgbClr val="0000FF"/>
                </a:solidFill>
                <a:latin typeface="Times New Roman"/>
                <a:ea typeface="Times New Roman"/>
                <a:cs typeface="Times New Roman"/>
                <a:sym typeface="Times New Roman"/>
              </a:rPr>
              <a:t>Agent and Environment</a:t>
            </a:r>
            <a:endParaRPr sz="2400">
              <a:solidFill>
                <a:srgbClr val="0000FF"/>
              </a:solidFill>
              <a:latin typeface="Times New Roman"/>
              <a:ea typeface="Times New Roman"/>
              <a:cs typeface="Times New Roman"/>
              <a:sym typeface="Times New Roman"/>
            </a:endParaRPr>
          </a:p>
          <a:p>
            <a:pPr indent="-495300" lvl="1" marL="914400" rtl="0" algn="l">
              <a:lnSpc>
                <a:spcPct val="100000"/>
              </a:lnSpc>
              <a:spcBef>
                <a:spcPts val="0"/>
              </a:spcBef>
              <a:spcAft>
                <a:spcPts val="0"/>
              </a:spcAft>
              <a:buClr>
                <a:srgbClr val="0000FF"/>
              </a:buClr>
              <a:buSzPts val="2400"/>
              <a:buFont typeface="Times New Roman"/>
              <a:buChar char="○"/>
            </a:pPr>
            <a:r>
              <a:rPr lang="en-US" sz="2400">
                <a:solidFill>
                  <a:srgbClr val="0000FF"/>
                </a:solidFill>
                <a:latin typeface="Times New Roman"/>
                <a:ea typeface="Times New Roman"/>
                <a:cs typeface="Times New Roman"/>
                <a:sym typeface="Times New Roman"/>
              </a:rPr>
              <a:t>Types of Agents, Learning agent Concept of Rationality</a:t>
            </a:r>
            <a:endParaRPr sz="2400">
              <a:solidFill>
                <a:srgbClr val="0000FF"/>
              </a:solidFill>
              <a:latin typeface="Times New Roman"/>
              <a:ea typeface="Times New Roman"/>
              <a:cs typeface="Times New Roman"/>
              <a:sym typeface="Times New Roman"/>
            </a:endParaRPr>
          </a:p>
          <a:p>
            <a:pPr indent="-495300" lvl="1" marL="914400" rtl="0" algn="l">
              <a:lnSpc>
                <a:spcPct val="100000"/>
              </a:lnSpc>
              <a:spcBef>
                <a:spcPts val="0"/>
              </a:spcBef>
              <a:spcAft>
                <a:spcPts val="0"/>
              </a:spcAft>
              <a:buClr>
                <a:srgbClr val="0000FF"/>
              </a:buClr>
              <a:buSzPts val="2400"/>
              <a:buFont typeface="Times New Roman"/>
              <a:buChar char="○"/>
            </a:pPr>
            <a:r>
              <a:rPr lang="en-US" sz="2400">
                <a:solidFill>
                  <a:srgbClr val="0000FF"/>
                </a:solidFill>
                <a:latin typeface="Times New Roman"/>
                <a:ea typeface="Times New Roman"/>
                <a:cs typeface="Times New Roman"/>
                <a:sym typeface="Times New Roman"/>
              </a:rPr>
              <a:t>Components of Agent Program.</a:t>
            </a:r>
            <a:endParaRPr sz="2400">
              <a:solidFill>
                <a:srgbClr val="0000FF"/>
              </a:solidFill>
              <a:latin typeface="Times New Roman"/>
              <a:ea typeface="Times New Roman"/>
              <a:cs typeface="Times New Roman"/>
              <a:sym typeface="Times New Roman"/>
            </a:endParaRPr>
          </a:p>
          <a:p>
            <a:pPr indent="-495300" lvl="1" marL="914400" rtl="0" algn="l">
              <a:lnSpc>
                <a:spcPct val="100000"/>
              </a:lnSpc>
              <a:spcBef>
                <a:spcPts val="0"/>
              </a:spcBef>
              <a:spcAft>
                <a:spcPts val="0"/>
              </a:spcAft>
              <a:buClr>
                <a:srgbClr val="0000FF"/>
              </a:buClr>
              <a:buSzPts val="2400"/>
              <a:buFont typeface="Times New Roman"/>
              <a:buChar char="○"/>
            </a:pPr>
            <a:r>
              <a:rPr lang="en-US" sz="2400">
                <a:solidFill>
                  <a:srgbClr val="0000FF"/>
                </a:solidFill>
                <a:latin typeface="Times New Roman"/>
                <a:ea typeface="Times New Roman"/>
                <a:cs typeface="Times New Roman"/>
                <a:sym typeface="Times New Roman"/>
              </a:rPr>
              <a:t>Solving problem by searching</a:t>
            </a:r>
            <a:endParaRPr sz="2400">
              <a:solidFill>
                <a:srgbClr val="0000FF"/>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205740" lvl="0" marL="342900" rtl="0" algn="l">
              <a:lnSpc>
                <a:spcPct val="100000"/>
              </a:lnSpc>
              <a:spcBef>
                <a:spcPts val="0"/>
              </a:spcBef>
              <a:spcAft>
                <a:spcPts val="0"/>
              </a:spcAft>
              <a:buSzPts val="2160"/>
              <a:buNone/>
            </a:pPr>
            <a:r>
              <a:t/>
            </a:r>
            <a:endParaRPr sz="2400">
              <a:solidFill>
                <a:schemeClr val="dk1"/>
              </a:solidFill>
              <a:latin typeface="Times New Roman"/>
              <a:ea typeface="Times New Roman"/>
              <a:cs typeface="Times New Roman"/>
              <a:sym typeface="Times New Roman"/>
            </a:endParaRPr>
          </a:p>
          <a:p>
            <a:pPr indent="-205740" lvl="0" marL="342900" rtl="0" algn="l">
              <a:lnSpc>
                <a:spcPct val="100000"/>
              </a:lnSpc>
              <a:spcBef>
                <a:spcPts val="0"/>
              </a:spcBef>
              <a:spcAft>
                <a:spcPts val="0"/>
              </a:spcAft>
              <a:buSzPts val="2160"/>
              <a:buNone/>
            </a:pPr>
            <a:r>
              <a:t/>
            </a:r>
            <a:endParaRPr sz="2400">
              <a:solidFill>
                <a:schemeClr val="dk1"/>
              </a:solidFill>
              <a:latin typeface="Times New Roman"/>
              <a:ea typeface="Times New Roman"/>
              <a:cs typeface="Times New Roman"/>
              <a:sym typeface="Times New Roman"/>
            </a:endParaRPr>
          </a:p>
          <a:p>
            <a:pPr indent="-240030" lvl="0" marL="342900" rtl="0" algn="l">
              <a:lnSpc>
                <a:spcPct val="100000"/>
              </a:lnSpc>
              <a:spcBef>
                <a:spcPts val="0"/>
              </a:spcBef>
              <a:spcAft>
                <a:spcPts val="0"/>
              </a:spcAft>
              <a:buSzPts val="1620"/>
              <a:buNone/>
            </a:pPr>
            <a:r>
              <a:t/>
            </a:r>
            <a:endParaRPr sz="2400">
              <a:solidFill>
                <a:schemeClr val="dk1"/>
              </a:solidFill>
              <a:latin typeface="Times New Roman"/>
              <a:ea typeface="Times New Roman"/>
              <a:cs typeface="Times New Roman"/>
              <a:sym typeface="Times New Roman"/>
            </a:endParaRPr>
          </a:p>
          <a:p>
            <a:pPr indent="-240030" lvl="0" marL="342900" rtl="0" algn="l">
              <a:lnSpc>
                <a:spcPct val="100000"/>
              </a:lnSpc>
              <a:spcBef>
                <a:spcPts val="0"/>
              </a:spcBef>
              <a:spcAft>
                <a:spcPts val="0"/>
              </a:spcAft>
              <a:buSzPts val="1620"/>
              <a:buNone/>
            </a:pPr>
            <a:r>
              <a:t/>
            </a:r>
            <a:endParaRPr sz="2400">
              <a:solidFill>
                <a:schemeClr val="dk1"/>
              </a:solidFill>
              <a:latin typeface="Times New Roman"/>
              <a:ea typeface="Times New Roman"/>
              <a:cs typeface="Times New Roman"/>
              <a:sym typeface="Times New Roman"/>
            </a:endParaRPr>
          </a:p>
        </p:txBody>
      </p:sp>
      <p:sp>
        <p:nvSpPr>
          <p:cNvPr id="213" name="Google Shape;213;p2"/>
          <p:cNvSpPr txBox="1"/>
          <p:nvPr/>
        </p:nvSpPr>
        <p:spPr>
          <a:xfrm>
            <a:off x="421341" y="472613"/>
            <a:ext cx="7809000" cy="807600"/>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lang="en-US" sz="4200">
                <a:solidFill>
                  <a:srgbClr val="0000FF"/>
                </a:solidFill>
                <a:highlight>
                  <a:srgbClr val="FFFF00"/>
                </a:highlight>
                <a:latin typeface="Times New Roman"/>
                <a:ea typeface="Times New Roman"/>
                <a:cs typeface="Times New Roman"/>
                <a:sym typeface="Times New Roman"/>
              </a:rPr>
              <a:t>Lecture Outline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19" name="Google Shape;219;p4"/>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Agent</a:t>
            </a:r>
            <a:endParaRPr b="0" i="0" sz="1400" u="none" cap="none" strike="noStrike">
              <a:solidFill>
                <a:srgbClr val="000000"/>
              </a:solidFill>
              <a:latin typeface="Arial"/>
              <a:ea typeface="Arial"/>
              <a:cs typeface="Arial"/>
              <a:sym typeface="Arial"/>
            </a:endParaRPr>
          </a:p>
        </p:txBody>
      </p:sp>
      <p:sp>
        <p:nvSpPr>
          <p:cNvPr id="220" name="Google Shape;220;p4"/>
          <p:cNvSpPr txBox="1"/>
          <p:nvPr/>
        </p:nvSpPr>
        <p:spPr>
          <a:xfrm>
            <a:off x="301925" y="1955480"/>
            <a:ext cx="8514300" cy="4325100"/>
          </a:xfrm>
          <a:prstGeom prst="rect">
            <a:avLst/>
          </a:prstGeom>
          <a:noFill/>
          <a:ln>
            <a:noFill/>
          </a:ln>
        </p:spPr>
        <p:txBody>
          <a:bodyPr anchorCtr="0" anchor="t" bIns="45700" lIns="91425" spcFirstLastPara="1" rIns="91425" wrap="square" tIns="45700">
            <a:spAutoFit/>
          </a:bodyPr>
          <a:lstStyle/>
          <a:p>
            <a:pPr indent="-349250" lvl="0" marL="457200" marR="0" rtl="0" algn="just">
              <a:lnSpc>
                <a:spcPct val="100000"/>
              </a:lnSpc>
              <a:spcBef>
                <a:spcPts val="0"/>
              </a:spcBef>
              <a:spcAft>
                <a:spcPts val="0"/>
              </a:spcAft>
              <a:buClr>
                <a:srgbClr val="0000FF"/>
              </a:buClr>
              <a:buSzPts val="1900"/>
              <a:buFont typeface="Times New Roman"/>
              <a:buChar char="✔"/>
            </a:pPr>
            <a:r>
              <a:rPr b="0" i="0" lang="en-US" sz="1900" u="none" cap="none" strike="noStrike">
                <a:solidFill>
                  <a:srgbClr val="0000FF"/>
                </a:solidFill>
                <a:latin typeface="Times New Roman"/>
                <a:ea typeface="Times New Roman"/>
                <a:cs typeface="Times New Roman"/>
                <a:sym typeface="Times New Roman"/>
              </a:rPr>
              <a:t>In artificia</a:t>
            </a:r>
            <a:r>
              <a:rPr lang="en-US" sz="1900">
                <a:solidFill>
                  <a:srgbClr val="0000FF"/>
                </a:solidFill>
                <a:latin typeface="Times New Roman"/>
                <a:ea typeface="Times New Roman"/>
                <a:cs typeface="Times New Roman"/>
                <a:sym typeface="Times New Roman"/>
              </a:rPr>
              <a:t>l intelligence, an agent is a computer program or system that is designed to perceive its environment, make decisions and take actions to achieve a specific goal or set of goals</a:t>
            </a:r>
            <a:endParaRPr sz="1900">
              <a:solidFill>
                <a:srgbClr val="0000FF"/>
              </a:solidFill>
              <a:latin typeface="Times New Roman"/>
              <a:ea typeface="Times New Roman"/>
              <a:cs typeface="Times New Roman"/>
              <a:sym typeface="Times New Roman"/>
            </a:endParaRPr>
          </a:p>
          <a:p>
            <a:pPr indent="-349250" lvl="0" marL="457200" marR="0" rtl="0" algn="just">
              <a:lnSpc>
                <a:spcPct val="100000"/>
              </a:lnSpc>
              <a:spcBef>
                <a:spcPts val="0"/>
              </a:spcBef>
              <a:spcAft>
                <a:spcPts val="0"/>
              </a:spcAft>
              <a:buClr>
                <a:srgbClr val="0000FF"/>
              </a:buClr>
              <a:buSzPts val="1900"/>
              <a:buFont typeface="Times New Roman"/>
              <a:buChar char="✔"/>
            </a:pPr>
            <a:r>
              <a:rPr lang="en-US" sz="1900">
                <a:solidFill>
                  <a:srgbClr val="0000FF"/>
                </a:solidFill>
                <a:latin typeface="Times New Roman"/>
                <a:ea typeface="Times New Roman"/>
                <a:cs typeface="Times New Roman"/>
                <a:sym typeface="Times New Roman"/>
              </a:rPr>
              <a:t>The agent operates autonomously, meaning it is not directly controlled by a human operator.</a:t>
            </a:r>
            <a:endParaRPr sz="1900">
              <a:solidFill>
                <a:srgbClr val="0000FF"/>
              </a:solidFill>
              <a:latin typeface="Times New Roman"/>
              <a:ea typeface="Times New Roman"/>
              <a:cs typeface="Times New Roman"/>
              <a:sym typeface="Times New Roman"/>
            </a:endParaRPr>
          </a:p>
          <a:p>
            <a:pPr indent="-349250" lvl="0" marL="457200" rtl="0" algn="l">
              <a:lnSpc>
                <a:spcPct val="100000"/>
              </a:lnSpc>
              <a:spcBef>
                <a:spcPts val="0"/>
              </a:spcBef>
              <a:spcAft>
                <a:spcPts val="0"/>
              </a:spcAft>
              <a:buClr>
                <a:srgbClr val="0000FF"/>
              </a:buClr>
              <a:buSzPts val="1900"/>
              <a:buFont typeface="Times New Roman"/>
              <a:buChar char="✔"/>
            </a:pPr>
            <a:r>
              <a:rPr lang="en-US" sz="1900">
                <a:solidFill>
                  <a:srgbClr val="0000FF"/>
                </a:solidFill>
                <a:latin typeface="Times New Roman"/>
                <a:ea typeface="Times New Roman"/>
                <a:cs typeface="Times New Roman"/>
                <a:sym typeface="Times New Roman"/>
              </a:rPr>
              <a:t>Examples:</a:t>
            </a:r>
            <a:endParaRPr sz="1900">
              <a:solidFill>
                <a:srgbClr val="0000FF"/>
              </a:solidFill>
              <a:latin typeface="Times New Roman"/>
              <a:ea typeface="Times New Roman"/>
              <a:cs typeface="Times New Roman"/>
              <a:sym typeface="Times New Roman"/>
            </a:endParaRPr>
          </a:p>
          <a:p>
            <a:pPr indent="-349250" lvl="1" marL="914400" rtl="0" algn="l">
              <a:lnSpc>
                <a:spcPct val="100000"/>
              </a:lnSpc>
              <a:spcBef>
                <a:spcPts val="0"/>
              </a:spcBef>
              <a:spcAft>
                <a:spcPts val="0"/>
              </a:spcAft>
              <a:buClr>
                <a:srgbClr val="FF0000"/>
              </a:buClr>
              <a:buSzPts val="1900"/>
              <a:buFont typeface="Times New Roman"/>
              <a:buChar char="⮚"/>
            </a:pPr>
            <a:r>
              <a:rPr lang="en-US" sz="1900">
                <a:solidFill>
                  <a:srgbClr val="FF0000"/>
                </a:solidFill>
                <a:latin typeface="Times New Roman"/>
                <a:ea typeface="Times New Roman"/>
                <a:cs typeface="Times New Roman"/>
                <a:sym typeface="Times New Roman"/>
              </a:rPr>
              <a:t>Human → eyes (sensors), hands/legs (actuators)</a:t>
            </a:r>
            <a:endParaRPr sz="1900">
              <a:solidFill>
                <a:srgbClr val="FF0000"/>
              </a:solidFill>
              <a:latin typeface="Times New Roman"/>
              <a:ea typeface="Times New Roman"/>
              <a:cs typeface="Times New Roman"/>
              <a:sym typeface="Times New Roman"/>
            </a:endParaRPr>
          </a:p>
          <a:p>
            <a:pPr indent="-349250" lvl="1" marL="914400" rtl="0" algn="l">
              <a:lnSpc>
                <a:spcPct val="100000"/>
              </a:lnSpc>
              <a:spcBef>
                <a:spcPts val="0"/>
              </a:spcBef>
              <a:spcAft>
                <a:spcPts val="0"/>
              </a:spcAft>
              <a:buClr>
                <a:srgbClr val="FF0000"/>
              </a:buClr>
              <a:buSzPts val="1900"/>
              <a:buFont typeface="Times New Roman"/>
              <a:buChar char="⮚"/>
            </a:pPr>
            <a:r>
              <a:rPr lang="en-US" sz="1900">
                <a:solidFill>
                  <a:srgbClr val="FF0000"/>
                </a:solidFill>
                <a:latin typeface="Times New Roman"/>
                <a:ea typeface="Times New Roman"/>
                <a:cs typeface="Times New Roman"/>
                <a:sym typeface="Times New Roman"/>
              </a:rPr>
              <a:t>Robot → cameras, motors</a:t>
            </a:r>
            <a:endParaRPr sz="1900">
              <a:solidFill>
                <a:srgbClr val="FF0000"/>
              </a:solidFill>
              <a:latin typeface="Times New Roman"/>
              <a:ea typeface="Times New Roman"/>
              <a:cs typeface="Times New Roman"/>
              <a:sym typeface="Times New Roman"/>
            </a:endParaRPr>
          </a:p>
          <a:p>
            <a:pPr indent="-349250" lvl="1" marL="914400" rtl="0" algn="l">
              <a:lnSpc>
                <a:spcPct val="100000"/>
              </a:lnSpc>
              <a:spcBef>
                <a:spcPts val="0"/>
              </a:spcBef>
              <a:spcAft>
                <a:spcPts val="0"/>
              </a:spcAft>
              <a:buClr>
                <a:srgbClr val="FF0000"/>
              </a:buClr>
              <a:buSzPts val="1900"/>
              <a:buFont typeface="Times New Roman"/>
              <a:buChar char="⮚"/>
            </a:pPr>
            <a:r>
              <a:rPr lang="en-US" sz="1900">
                <a:solidFill>
                  <a:srgbClr val="FF0000"/>
                </a:solidFill>
                <a:latin typeface="Times New Roman"/>
                <a:ea typeface="Times New Roman"/>
                <a:cs typeface="Times New Roman"/>
                <a:sym typeface="Times New Roman"/>
              </a:rPr>
              <a:t>Software agent → keyboard input, screen output</a:t>
            </a:r>
            <a:endParaRPr sz="1900">
              <a:solidFill>
                <a:srgbClr val="FF0000"/>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rgbClr val="0000FF"/>
              </a:buClr>
              <a:buSzPts val="1900"/>
              <a:buFont typeface="Times New Roman"/>
              <a:buChar char="✔"/>
            </a:pPr>
            <a:r>
              <a:rPr b="0" i="0" lang="en-US" sz="1900" u="none" cap="none" strike="noStrike">
                <a:solidFill>
                  <a:srgbClr val="0000FF"/>
                </a:solidFill>
                <a:latin typeface="Times New Roman"/>
                <a:ea typeface="Times New Roman"/>
                <a:cs typeface="Times New Roman"/>
                <a:sym typeface="Times New Roman"/>
              </a:rPr>
              <a:t>These are the main four rules all AI agents must adhere to:</a:t>
            </a:r>
            <a:endParaRPr b="0" i="0" sz="1300" u="none" cap="none" strike="noStrike">
              <a:solidFill>
                <a:srgbClr val="000000"/>
              </a:solidFill>
              <a:latin typeface="Arial"/>
              <a:ea typeface="Arial"/>
              <a:cs typeface="Arial"/>
              <a:sym typeface="Arial"/>
            </a:endParaRPr>
          </a:p>
          <a:p>
            <a:pPr indent="-336550" lvl="1" marL="914400" marR="0" rtl="0" algn="l">
              <a:lnSpc>
                <a:spcPct val="100000"/>
              </a:lnSpc>
              <a:spcBef>
                <a:spcPts val="0"/>
              </a:spcBef>
              <a:spcAft>
                <a:spcPts val="0"/>
              </a:spcAft>
              <a:buClr>
                <a:srgbClr val="FF0000"/>
              </a:buClr>
              <a:buSzPts val="1700"/>
              <a:buFont typeface="Times New Roman"/>
              <a:buChar char="⮚"/>
            </a:pPr>
            <a:r>
              <a:rPr b="0" i="0" lang="en-US" sz="1700" u="none" cap="none" strike="noStrike">
                <a:solidFill>
                  <a:srgbClr val="FF0000"/>
                </a:solidFill>
                <a:latin typeface="Times New Roman"/>
                <a:ea typeface="Times New Roman"/>
                <a:cs typeface="Times New Roman"/>
                <a:sym typeface="Times New Roman"/>
              </a:rPr>
              <a:t>Rule 1: An AI agent must be able to perceive the environment.</a:t>
            </a:r>
            <a:endParaRPr b="0" i="0" sz="1300" u="none" cap="none" strike="noStrike">
              <a:solidFill>
                <a:srgbClr val="000000"/>
              </a:solidFill>
              <a:latin typeface="Arial"/>
              <a:ea typeface="Arial"/>
              <a:cs typeface="Arial"/>
              <a:sym typeface="Arial"/>
            </a:endParaRPr>
          </a:p>
          <a:p>
            <a:pPr indent="-336550" lvl="1" marL="914400" marR="0" rtl="0" algn="l">
              <a:lnSpc>
                <a:spcPct val="100000"/>
              </a:lnSpc>
              <a:spcBef>
                <a:spcPts val="0"/>
              </a:spcBef>
              <a:spcAft>
                <a:spcPts val="0"/>
              </a:spcAft>
              <a:buClr>
                <a:srgbClr val="FF0000"/>
              </a:buClr>
              <a:buSzPts val="1700"/>
              <a:buFont typeface="Times New Roman"/>
              <a:buChar char="⮚"/>
            </a:pPr>
            <a:r>
              <a:rPr b="0" i="0" lang="en-US" sz="1700" u="none" cap="none" strike="noStrike">
                <a:solidFill>
                  <a:srgbClr val="FF0000"/>
                </a:solidFill>
                <a:latin typeface="Times New Roman"/>
                <a:ea typeface="Times New Roman"/>
                <a:cs typeface="Times New Roman"/>
                <a:sym typeface="Times New Roman"/>
              </a:rPr>
              <a:t>Rule 2: The environmental observations must be used to make decisions.</a:t>
            </a:r>
            <a:endParaRPr b="0" i="0" sz="1300" u="none" cap="none" strike="noStrike">
              <a:solidFill>
                <a:srgbClr val="000000"/>
              </a:solidFill>
              <a:latin typeface="Arial"/>
              <a:ea typeface="Arial"/>
              <a:cs typeface="Arial"/>
              <a:sym typeface="Arial"/>
            </a:endParaRPr>
          </a:p>
          <a:p>
            <a:pPr indent="-336550" lvl="1" marL="914400" marR="0" rtl="0" algn="l">
              <a:lnSpc>
                <a:spcPct val="100000"/>
              </a:lnSpc>
              <a:spcBef>
                <a:spcPts val="0"/>
              </a:spcBef>
              <a:spcAft>
                <a:spcPts val="0"/>
              </a:spcAft>
              <a:buClr>
                <a:srgbClr val="FF0000"/>
              </a:buClr>
              <a:buSzPts val="1700"/>
              <a:buFont typeface="Times New Roman"/>
              <a:buChar char="⮚"/>
            </a:pPr>
            <a:r>
              <a:rPr b="0" i="0" lang="en-US" sz="1700" u="none" cap="none" strike="noStrike">
                <a:solidFill>
                  <a:srgbClr val="FF0000"/>
                </a:solidFill>
                <a:latin typeface="Times New Roman"/>
                <a:ea typeface="Times New Roman"/>
                <a:cs typeface="Times New Roman"/>
                <a:sym typeface="Times New Roman"/>
              </a:rPr>
              <a:t>Rule 3: The decisions should result in action.</a:t>
            </a:r>
            <a:endParaRPr b="0" i="0" sz="1300" u="none" cap="none" strike="noStrike">
              <a:solidFill>
                <a:srgbClr val="000000"/>
              </a:solidFill>
              <a:latin typeface="Arial"/>
              <a:ea typeface="Arial"/>
              <a:cs typeface="Arial"/>
              <a:sym typeface="Arial"/>
            </a:endParaRPr>
          </a:p>
          <a:p>
            <a:pPr indent="-336550" lvl="1" marL="914400" marR="0" rtl="0" algn="l">
              <a:lnSpc>
                <a:spcPct val="100000"/>
              </a:lnSpc>
              <a:spcBef>
                <a:spcPts val="0"/>
              </a:spcBef>
              <a:spcAft>
                <a:spcPts val="0"/>
              </a:spcAft>
              <a:buClr>
                <a:srgbClr val="FF0000"/>
              </a:buClr>
              <a:buSzPts val="1700"/>
              <a:buFont typeface="Times New Roman"/>
              <a:buChar char="⮚"/>
            </a:pPr>
            <a:r>
              <a:rPr b="0" i="0" lang="en-US" sz="1700" u="none" cap="none" strike="noStrike">
                <a:solidFill>
                  <a:srgbClr val="FF0000"/>
                </a:solidFill>
                <a:latin typeface="Times New Roman"/>
                <a:ea typeface="Times New Roman"/>
                <a:cs typeface="Times New Roman"/>
                <a:sym typeface="Times New Roman"/>
              </a:rPr>
              <a:t>Rule 4: The action taken by the AI agent must be a rational. Rational actions are actions that maximize performance and yield the best positive outcome</a:t>
            </a:r>
            <a:endParaRPr b="0" i="0" sz="1700" u="none" cap="none" strike="noStrike">
              <a:solidFill>
                <a:srgbClr val="FF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26" name="Google Shape;226;p6"/>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Agent</a:t>
            </a:r>
            <a:endParaRPr b="0" i="0" sz="1400" u="none" cap="none" strike="noStrike">
              <a:solidFill>
                <a:srgbClr val="000000"/>
              </a:solidFill>
              <a:latin typeface="Arial"/>
              <a:ea typeface="Arial"/>
              <a:cs typeface="Arial"/>
              <a:sym typeface="Arial"/>
            </a:endParaRPr>
          </a:p>
        </p:txBody>
      </p:sp>
      <p:sp>
        <p:nvSpPr>
          <p:cNvPr id="227" name="Google Shape;227;p6"/>
          <p:cNvSpPr txBox="1"/>
          <p:nvPr/>
        </p:nvSpPr>
        <p:spPr>
          <a:xfrm>
            <a:off x="301925" y="2075270"/>
            <a:ext cx="8514272" cy="2616101"/>
          </a:xfrm>
          <a:prstGeom prst="rect">
            <a:avLst/>
          </a:prstGeom>
          <a:noFill/>
          <a:ln>
            <a:noFill/>
          </a:ln>
        </p:spPr>
        <p:txBody>
          <a:bodyPr anchorCtr="0" anchor="t" bIns="45700" lIns="91425" spcFirstLastPara="1" rIns="91425" wrap="square" tIns="45700">
            <a:spAutoFit/>
          </a:bodyPr>
          <a:lstStyle/>
          <a:p>
            <a:pPr indent="-101600" lvl="0" marL="0" marR="0" rtl="0" algn="just">
              <a:lnSpc>
                <a:spcPct val="100000"/>
              </a:lnSpc>
              <a:spcBef>
                <a:spcPts val="0"/>
              </a:spcBef>
              <a:spcAft>
                <a:spcPts val="0"/>
              </a:spcAft>
              <a:buClr>
                <a:srgbClr val="0000FF"/>
              </a:buClr>
              <a:buSzPts val="1600"/>
              <a:buFont typeface="Noto Sans Symbols"/>
              <a:buChar char="✔"/>
            </a:pPr>
            <a:r>
              <a:rPr b="0" i="0" lang="en-US" sz="1600" u="none" cap="none" strike="noStrike">
                <a:solidFill>
                  <a:srgbClr val="0000FF"/>
                </a:solidFill>
                <a:latin typeface="Times New Roman"/>
                <a:ea typeface="Times New Roman"/>
                <a:cs typeface="Times New Roman"/>
                <a:sym typeface="Times New Roman"/>
              </a:rPr>
              <a:t>Sensor</a:t>
            </a:r>
            <a:endParaRPr b="0" i="0" sz="1400" u="none" cap="none" strike="noStrike">
              <a:solidFill>
                <a:srgbClr val="000000"/>
              </a:solidFill>
              <a:latin typeface="Arial"/>
              <a:ea typeface="Arial"/>
              <a:cs typeface="Arial"/>
              <a:sym typeface="Arial"/>
            </a:endParaRPr>
          </a:p>
          <a:p>
            <a:pPr indent="-88900" lvl="1" marL="457200" marR="0" rtl="0" algn="just">
              <a:lnSpc>
                <a:spcPct val="100000"/>
              </a:lnSpc>
              <a:spcBef>
                <a:spcPts val="0"/>
              </a:spcBef>
              <a:spcAft>
                <a:spcPts val="0"/>
              </a:spcAft>
              <a:buClr>
                <a:srgbClr val="FF0000"/>
              </a:buClr>
              <a:buSzPts val="1400"/>
              <a:buFont typeface="Noto Sans Symbols"/>
              <a:buChar char="✔"/>
            </a:pPr>
            <a:r>
              <a:rPr b="0" i="0" lang="en-US" sz="1400" u="none" cap="none" strike="noStrike">
                <a:solidFill>
                  <a:srgbClr val="FF0000"/>
                </a:solidFill>
                <a:latin typeface="Times New Roman"/>
                <a:ea typeface="Times New Roman"/>
                <a:cs typeface="Times New Roman"/>
                <a:sym typeface="Times New Roman"/>
              </a:rPr>
              <a:t>Sensor is a device which detects the change in the environment and sends the information to other electronic devices</a:t>
            </a:r>
            <a:endParaRPr b="0" i="0" sz="1400" u="none" cap="none" strike="noStrike">
              <a:solidFill>
                <a:srgbClr val="000000"/>
              </a:solidFill>
              <a:latin typeface="Arial"/>
              <a:ea typeface="Arial"/>
              <a:cs typeface="Arial"/>
              <a:sym typeface="Arial"/>
            </a:endParaRPr>
          </a:p>
          <a:p>
            <a:pPr indent="-88900" lvl="1" marL="457200" marR="0" rtl="0" algn="just">
              <a:lnSpc>
                <a:spcPct val="100000"/>
              </a:lnSpc>
              <a:spcBef>
                <a:spcPts val="0"/>
              </a:spcBef>
              <a:spcAft>
                <a:spcPts val="0"/>
              </a:spcAft>
              <a:buClr>
                <a:srgbClr val="FF0000"/>
              </a:buClr>
              <a:buSzPts val="1400"/>
              <a:buFont typeface="Noto Sans Symbols"/>
              <a:buChar char="✔"/>
            </a:pPr>
            <a:r>
              <a:rPr b="0" i="0" lang="en-US" sz="1400" u="none" cap="none" strike="noStrike">
                <a:solidFill>
                  <a:srgbClr val="FF0000"/>
                </a:solidFill>
                <a:latin typeface="Times New Roman"/>
                <a:ea typeface="Times New Roman"/>
                <a:cs typeface="Times New Roman"/>
                <a:sym typeface="Times New Roman"/>
              </a:rPr>
              <a:t>An agent observes its environment through sensors.</a:t>
            </a:r>
            <a:endParaRPr b="0" i="0" sz="1400" u="none" cap="none" strike="noStrike">
              <a:solidFill>
                <a:srgbClr val="000000"/>
              </a:solidFill>
              <a:latin typeface="Arial"/>
              <a:ea typeface="Arial"/>
              <a:cs typeface="Arial"/>
              <a:sym typeface="Arial"/>
            </a:endParaRPr>
          </a:p>
          <a:p>
            <a:pPr indent="-101600" lvl="0" marL="0" marR="0" rtl="0" algn="just">
              <a:lnSpc>
                <a:spcPct val="100000"/>
              </a:lnSpc>
              <a:spcBef>
                <a:spcPts val="0"/>
              </a:spcBef>
              <a:spcAft>
                <a:spcPts val="0"/>
              </a:spcAft>
              <a:buClr>
                <a:srgbClr val="0000FF"/>
              </a:buClr>
              <a:buSzPts val="1600"/>
              <a:buFont typeface="Noto Sans Symbols"/>
              <a:buChar char="✔"/>
            </a:pPr>
            <a:r>
              <a:rPr b="0" i="0" lang="en-US" sz="1600" u="none" cap="none" strike="noStrike">
                <a:solidFill>
                  <a:srgbClr val="0000FF"/>
                </a:solidFill>
                <a:latin typeface="Times New Roman"/>
                <a:ea typeface="Times New Roman"/>
                <a:cs typeface="Times New Roman"/>
                <a:sym typeface="Times New Roman"/>
              </a:rPr>
              <a:t>Actuators</a:t>
            </a:r>
            <a:endParaRPr b="0" i="0" sz="1400" u="none" cap="none" strike="noStrike">
              <a:solidFill>
                <a:srgbClr val="000000"/>
              </a:solidFill>
              <a:latin typeface="Arial"/>
              <a:ea typeface="Arial"/>
              <a:cs typeface="Arial"/>
              <a:sym typeface="Arial"/>
            </a:endParaRPr>
          </a:p>
          <a:p>
            <a:pPr indent="-88900" lvl="1" marL="457200" marR="0" rtl="0" algn="just">
              <a:lnSpc>
                <a:spcPct val="100000"/>
              </a:lnSpc>
              <a:spcBef>
                <a:spcPts val="0"/>
              </a:spcBef>
              <a:spcAft>
                <a:spcPts val="0"/>
              </a:spcAft>
              <a:buClr>
                <a:srgbClr val="FF0000"/>
              </a:buClr>
              <a:buSzPts val="1400"/>
              <a:buFont typeface="Noto Sans Symbols"/>
              <a:buChar char="✔"/>
            </a:pPr>
            <a:r>
              <a:rPr b="0" i="0" lang="en-US" sz="1400" u="none" cap="none" strike="noStrike">
                <a:solidFill>
                  <a:srgbClr val="FF0000"/>
                </a:solidFill>
                <a:latin typeface="Times New Roman"/>
                <a:ea typeface="Times New Roman"/>
                <a:cs typeface="Times New Roman"/>
                <a:sym typeface="Times New Roman"/>
              </a:rPr>
              <a:t>Actuators are the component of machines that converts energy into motion</a:t>
            </a:r>
            <a:endParaRPr b="0" i="0" sz="1400" u="none" cap="none" strike="noStrike">
              <a:solidFill>
                <a:srgbClr val="000000"/>
              </a:solidFill>
              <a:latin typeface="Arial"/>
              <a:ea typeface="Arial"/>
              <a:cs typeface="Arial"/>
              <a:sym typeface="Arial"/>
            </a:endParaRPr>
          </a:p>
          <a:p>
            <a:pPr indent="-88900" lvl="1" marL="457200" marR="0" rtl="0" algn="just">
              <a:lnSpc>
                <a:spcPct val="100000"/>
              </a:lnSpc>
              <a:spcBef>
                <a:spcPts val="0"/>
              </a:spcBef>
              <a:spcAft>
                <a:spcPts val="0"/>
              </a:spcAft>
              <a:buClr>
                <a:srgbClr val="FF0000"/>
              </a:buClr>
              <a:buSzPts val="1400"/>
              <a:buFont typeface="Noto Sans Symbols"/>
              <a:buChar char="✔"/>
            </a:pPr>
            <a:r>
              <a:rPr b="0" i="0" lang="en-US" sz="1400" u="none" cap="none" strike="noStrike">
                <a:solidFill>
                  <a:srgbClr val="FF0000"/>
                </a:solidFill>
                <a:latin typeface="Times New Roman"/>
                <a:ea typeface="Times New Roman"/>
                <a:cs typeface="Times New Roman"/>
                <a:sym typeface="Times New Roman"/>
              </a:rPr>
              <a:t>The actuators are only responsible for moving and controlling a system</a:t>
            </a:r>
            <a:endParaRPr b="0" i="0" sz="1400" u="none" cap="none" strike="noStrike">
              <a:solidFill>
                <a:srgbClr val="000000"/>
              </a:solidFill>
              <a:latin typeface="Arial"/>
              <a:ea typeface="Arial"/>
              <a:cs typeface="Arial"/>
              <a:sym typeface="Arial"/>
            </a:endParaRPr>
          </a:p>
          <a:p>
            <a:pPr indent="-88900" lvl="1" marL="457200" marR="0" rtl="0" algn="just">
              <a:lnSpc>
                <a:spcPct val="100000"/>
              </a:lnSpc>
              <a:spcBef>
                <a:spcPts val="0"/>
              </a:spcBef>
              <a:spcAft>
                <a:spcPts val="0"/>
              </a:spcAft>
              <a:buClr>
                <a:srgbClr val="FF0000"/>
              </a:buClr>
              <a:buSzPts val="1400"/>
              <a:buFont typeface="Noto Sans Symbols"/>
              <a:buChar char="✔"/>
            </a:pPr>
            <a:r>
              <a:rPr b="0" i="0" lang="en-US" sz="1400" u="none" cap="none" strike="noStrike">
                <a:solidFill>
                  <a:srgbClr val="FF0000"/>
                </a:solidFill>
                <a:latin typeface="Times New Roman"/>
                <a:ea typeface="Times New Roman"/>
                <a:cs typeface="Times New Roman"/>
                <a:sym typeface="Times New Roman"/>
              </a:rPr>
              <a:t>An actuator can be an electric motor, gears, rails, etc.</a:t>
            </a:r>
            <a:endParaRPr b="0" i="0" sz="1400" u="none" cap="none" strike="noStrike">
              <a:solidFill>
                <a:srgbClr val="000000"/>
              </a:solidFill>
              <a:latin typeface="Arial"/>
              <a:ea typeface="Arial"/>
              <a:cs typeface="Arial"/>
              <a:sym typeface="Arial"/>
            </a:endParaRPr>
          </a:p>
          <a:p>
            <a:pPr indent="-101600" lvl="0" marL="0" marR="0" rtl="0" algn="just">
              <a:lnSpc>
                <a:spcPct val="100000"/>
              </a:lnSpc>
              <a:spcBef>
                <a:spcPts val="0"/>
              </a:spcBef>
              <a:spcAft>
                <a:spcPts val="0"/>
              </a:spcAft>
              <a:buClr>
                <a:srgbClr val="0000FF"/>
              </a:buClr>
              <a:buSzPts val="1600"/>
              <a:buFont typeface="Noto Sans Symbols"/>
              <a:buChar char="✔"/>
            </a:pPr>
            <a:r>
              <a:rPr b="0" i="0" lang="en-US" sz="1600" u="none" cap="none" strike="noStrike">
                <a:solidFill>
                  <a:srgbClr val="0000FF"/>
                </a:solidFill>
                <a:latin typeface="Times New Roman"/>
                <a:ea typeface="Times New Roman"/>
                <a:cs typeface="Times New Roman"/>
                <a:sym typeface="Times New Roman"/>
              </a:rPr>
              <a:t>Effectors</a:t>
            </a:r>
            <a:endParaRPr b="0" i="0" sz="1400" u="none" cap="none" strike="noStrike">
              <a:solidFill>
                <a:srgbClr val="000000"/>
              </a:solidFill>
              <a:latin typeface="Arial"/>
              <a:ea typeface="Arial"/>
              <a:cs typeface="Arial"/>
              <a:sym typeface="Arial"/>
            </a:endParaRPr>
          </a:p>
          <a:p>
            <a:pPr indent="-88900" lvl="1" marL="457200" marR="0" rtl="0" algn="just">
              <a:lnSpc>
                <a:spcPct val="100000"/>
              </a:lnSpc>
              <a:spcBef>
                <a:spcPts val="0"/>
              </a:spcBef>
              <a:spcAft>
                <a:spcPts val="0"/>
              </a:spcAft>
              <a:buClr>
                <a:srgbClr val="FF0000"/>
              </a:buClr>
              <a:buSzPts val="1400"/>
              <a:buFont typeface="Noto Sans Symbols"/>
              <a:buChar char="✔"/>
            </a:pPr>
            <a:r>
              <a:rPr b="0" i="0" lang="en-US" sz="1400" u="none" cap="none" strike="noStrike">
                <a:solidFill>
                  <a:srgbClr val="FF0000"/>
                </a:solidFill>
                <a:latin typeface="Times New Roman"/>
                <a:ea typeface="Times New Roman"/>
                <a:cs typeface="Times New Roman"/>
                <a:sym typeface="Times New Roman"/>
              </a:rPr>
              <a:t>Effectors are the devices which affect the environment</a:t>
            </a:r>
            <a:endParaRPr b="0" i="0" sz="1400" u="none" cap="none" strike="noStrike">
              <a:solidFill>
                <a:srgbClr val="000000"/>
              </a:solidFill>
              <a:latin typeface="Arial"/>
              <a:ea typeface="Arial"/>
              <a:cs typeface="Arial"/>
              <a:sym typeface="Arial"/>
            </a:endParaRPr>
          </a:p>
          <a:p>
            <a:pPr indent="-88900" lvl="1" marL="457200" marR="0" rtl="0" algn="just">
              <a:lnSpc>
                <a:spcPct val="100000"/>
              </a:lnSpc>
              <a:spcBef>
                <a:spcPts val="0"/>
              </a:spcBef>
              <a:spcAft>
                <a:spcPts val="0"/>
              </a:spcAft>
              <a:buClr>
                <a:srgbClr val="FF0000"/>
              </a:buClr>
              <a:buSzPts val="1400"/>
              <a:buFont typeface="Noto Sans Symbols"/>
              <a:buChar char="✔"/>
            </a:pPr>
            <a:r>
              <a:rPr b="0" i="0" lang="en-US" sz="1400" u="none" cap="none" strike="noStrike">
                <a:solidFill>
                  <a:srgbClr val="FF0000"/>
                </a:solidFill>
                <a:latin typeface="Times New Roman"/>
                <a:ea typeface="Times New Roman"/>
                <a:cs typeface="Times New Roman"/>
                <a:sym typeface="Times New Roman"/>
              </a:rPr>
              <a:t>Effectors can be legs, wheels, arms, fingers, wings, fins, and display screen.</a:t>
            </a:r>
            <a:endParaRPr b="0" i="0" sz="1400" u="none" cap="none" strike="noStrike">
              <a:solidFill>
                <a:srgbClr val="000000"/>
              </a:solidFill>
              <a:latin typeface="Arial"/>
              <a:ea typeface="Arial"/>
              <a:cs typeface="Arial"/>
              <a:sym typeface="Arial"/>
            </a:endParaRPr>
          </a:p>
        </p:txBody>
      </p:sp>
      <p:pic>
        <p:nvPicPr>
          <p:cNvPr id="228" name="Google Shape;228;p6"/>
          <p:cNvPicPr preferRelativeResize="0"/>
          <p:nvPr/>
        </p:nvPicPr>
        <p:blipFill rotWithShape="1">
          <a:blip r:embed="rId3">
            <a:alphaModFix/>
          </a:blip>
          <a:srcRect b="0" l="0" r="0" t="0"/>
          <a:stretch/>
        </p:blipFill>
        <p:spPr>
          <a:xfrm>
            <a:off x="2543330" y="4675506"/>
            <a:ext cx="4270905" cy="1492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bc5a2dba4d_0_2"/>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34" name="Google Shape;234;g3bc5a2dba4d_0_2"/>
          <p:cNvSpPr txBox="1"/>
          <p:nvPr/>
        </p:nvSpPr>
        <p:spPr>
          <a:xfrm>
            <a:off x="421341" y="472613"/>
            <a:ext cx="7809000" cy="807600"/>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Agent</a:t>
            </a:r>
            <a:endParaRPr b="0" i="0" sz="1400" u="none" cap="none" strike="noStrike">
              <a:solidFill>
                <a:srgbClr val="000000"/>
              </a:solidFill>
              <a:latin typeface="Arial"/>
              <a:ea typeface="Arial"/>
              <a:cs typeface="Arial"/>
              <a:sym typeface="Arial"/>
            </a:endParaRPr>
          </a:p>
        </p:txBody>
      </p:sp>
      <p:sp>
        <p:nvSpPr>
          <p:cNvPr id="235" name="Google Shape;235;g3bc5a2dba4d_0_2"/>
          <p:cNvSpPr txBox="1"/>
          <p:nvPr/>
        </p:nvSpPr>
        <p:spPr>
          <a:xfrm>
            <a:off x="301925" y="2075270"/>
            <a:ext cx="8514300" cy="221640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lang="en-US" sz="2400">
                <a:solidFill>
                  <a:srgbClr val="0000FF"/>
                </a:solidFill>
                <a:latin typeface="Times New Roman"/>
                <a:ea typeface="Times New Roman"/>
                <a:cs typeface="Times New Roman"/>
                <a:sym typeface="Times New Roman"/>
              </a:rPr>
              <a:t>Environment</a:t>
            </a:r>
            <a:endParaRPr sz="2400">
              <a:solidFill>
                <a:srgbClr val="FF0000"/>
              </a:solidFill>
              <a:latin typeface="Times New Roman"/>
              <a:ea typeface="Times New Roman"/>
              <a:cs typeface="Times New Roman"/>
              <a:sym typeface="Times New Roman"/>
            </a:endParaRPr>
          </a:p>
          <a:p>
            <a:pPr indent="-152400" lvl="1" marL="457200" marR="0" rtl="0" algn="just">
              <a:lnSpc>
                <a:spcPct val="100000"/>
              </a:lnSpc>
              <a:spcBef>
                <a:spcPts val="0"/>
              </a:spcBef>
              <a:spcAft>
                <a:spcPts val="0"/>
              </a:spcAft>
              <a:buClr>
                <a:srgbClr val="FF0000"/>
              </a:buClr>
              <a:buSzPts val="2400"/>
              <a:buFont typeface="Noto Sans Symbols"/>
              <a:buChar char="✔"/>
            </a:pPr>
            <a:r>
              <a:rPr lang="en-US" sz="2400">
                <a:solidFill>
                  <a:srgbClr val="FF0000"/>
                </a:solidFill>
                <a:latin typeface="Times New Roman"/>
                <a:ea typeface="Times New Roman"/>
                <a:cs typeface="Times New Roman"/>
                <a:sym typeface="Times New Roman"/>
              </a:rPr>
              <a:t>The environment is everything external to the agent with which it interacts.</a:t>
            </a:r>
            <a:endParaRPr sz="2400">
              <a:solidFill>
                <a:srgbClr val="FF0000"/>
              </a:solidFill>
              <a:latin typeface="Times New Roman"/>
              <a:ea typeface="Times New Roman"/>
              <a:cs typeface="Times New Roman"/>
              <a:sym typeface="Times New Roman"/>
            </a:endParaRPr>
          </a:p>
          <a:p>
            <a:pPr indent="-152400" lvl="1" marL="457200" marR="0" rtl="0" algn="just">
              <a:lnSpc>
                <a:spcPct val="100000"/>
              </a:lnSpc>
              <a:spcBef>
                <a:spcPts val="0"/>
              </a:spcBef>
              <a:spcAft>
                <a:spcPts val="0"/>
              </a:spcAft>
              <a:buClr>
                <a:srgbClr val="FF0000"/>
              </a:buClr>
              <a:buSzPts val="2400"/>
              <a:buFont typeface="Noto Sans Symbols"/>
              <a:buChar char="✔"/>
            </a:pPr>
            <a:r>
              <a:rPr lang="en-US" sz="2400">
                <a:solidFill>
                  <a:srgbClr val="FF0000"/>
                </a:solidFill>
                <a:latin typeface="Times New Roman"/>
                <a:ea typeface="Times New Roman"/>
                <a:cs typeface="Times New Roman"/>
                <a:sym typeface="Times New Roman"/>
              </a:rPr>
              <a:t>Examples:</a:t>
            </a:r>
            <a:endParaRPr sz="2400">
              <a:solidFill>
                <a:srgbClr val="FF0000"/>
              </a:solidFill>
              <a:latin typeface="Times New Roman"/>
              <a:ea typeface="Times New Roman"/>
              <a:cs typeface="Times New Roman"/>
              <a:sym typeface="Times New Roman"/>
            </a:endParaRPr>
          </a:p>
          <a:p>
            <a:pPr indent="-361950" lvl="2" marL="1371600" marR="0" rtl="0" algn="just">
              <a:lnSpc>
                <a:spcPct val="100000"/>
              </a:lnSpc>
              <a:spcBef>
                <a:spcPts val="0"/>
              </a:spcBef>
              <a:spcAft>
                <a:spcPts val="0"/>
              </a:spcAft>
              <a:buSzPts val="2100"/>
              <a:buFont typeface="Noto Sans Symbols"/>
              <a:buChar char="■"/>
            </a:pPr>
            <a:r>
              <a:rPr lang="en-US" sz="2100">
                <a:latin typeface="Times New Roman"/>
                <a:ea typeface="Times New Roman"/>
                <a:cs typeface="Times New Roman"/>
                <a:sym typeface="Times New Roman"/>
              </a:rPr>
              <a:t>Chessboard for a chess-playing agent</a:t>
            </a:r>
            <a:endParaRPr sz="2100">
              <a:latin typeface="Times New Roman"/>
              <a:ea typeface="Times New Roman"/>
              <a:cs typeface="Times New Roman"/>
              <a:sym typeface="Times New Roman"/>
            </a:endParaRPr>
          </a:p>
          <a:p>
            <a:pPr indent="-361950" lvl="2" marL="1371600" marR="0" rtl="0" algn="just">
              <a:lnSpc>
                <a:spcPct val="100000"/>
              </a:lnSpc>
              <a:spcBef>
                <a:spcPts val="0"/>
              </a:spcBef>
              <a:spcAft>
                <a:spcPts val="0"/>
              </a:spcAft>
              <a:buSzPts val="2100"/>
              <a:buFont typeface="Noto Sans Symbols"/>
              <a:buChar char="■"/>
            </a:pPr>
            <a:r>
              <a:rPr lang="en-US" sz="2100">
                <a:latin typeface="Times New Roman"/>
                <a:ea typeface="Times New Roman"/>
                <a:cs typeface="Times New Roman"/>
                <a:sym typeface="Times New Roman"/>
              </a:rPr>
              <a:t>Road, traffic, and pedestrians for a self-driving car</a:t>
            </a:r>
            <a:endParaRPr sz="2100">
              <a:latin typeface="Times New Roman"/>
              <a:ea typeface="Times New Roman"/>
              <a:cs typeface="Times New Roman"/>
              <a:sym typeface="Times New Roman"/>
            </a:endParaRPr>
          </a:p>
        </p:txBody>
      </p:sp>
      <p:pic>
        <p:nvPicPr>
          <p:cNvPr id="236" name="Google Shape;236;g3bc5a2dba4d_0_2"/>
          <p:cNvPicPr preferRelativeResize="0"/>
          <p:nvPr/>
        </p:nvPicPr>
        <p:blipFill rotWithShape="1">
          <a:blip r:embed="rId3">
            <a:alphaModFix/>
          </a:blip>
          <a:srcRect b="0" l="0" r="0" t="0"/>
          <a:stretch/>
        </p:blipFill>
        <p:spPr>
          <a:xfrm>
            <a:off x="2543330" y="4675506"/>
            <a:ext cx="4270905" cy="1492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42" name="Google Shape;242;p5"/>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Agent</a:t>
            </a:r>
            <a:endParaRPr b="0" i="0" sz="1400" u="none" cap="none" strike="noStrike">
              <a:solidFill>
                <a:srgbClr val="000000"/>
              </a:solidFill>
              <a:latin typeface="Arial"/>
              <a:ea typeface="Arial"/>
              <a:cs typeface="Arial"/>
              <a:sym typeface="Arial"/>
            </a:endParaRPr>
          </a:p>
        </p:txBody>
      </p:sp>
      <p:sp>
        <p:nvSpPr>
          <p:cNvPr id="243" name="Google Shape;243;p5"/>
          <p:cNvSpPr txBox="1"/>
          <p:nvPr/>
        </p:nvSpPr>
        <p:spPr>
          <a:xfrm>
            <a:off x="301925" y="2075270"/>
            <a:ext cx="8514272" cy="4278094"/>
          </a:xfrm>
          <a:prstGeom prst="rect">
            <a:avLst/>
          </a:prstGeom>
          <a:noFill/>
          <a:ln>
            <a:noFill/>
          </a:ln>
        </p:spPr>
        <p:txBody>
          <a:bodyPr anchorCtr="0" anchor="t" bIns="45700" lIns="91425" spcFirstLastPara="1" rIns="91425" wrap="square" tIns="45700">
            <a:spAutoFit/>
          </a:bodyPr>
          <a:lstStyle/>
          <a:p>
            <a:pPr indent="-127000" lvl="0" marL="0" marR="0" rtl="0" algn="just">
              <a:lnSpc>
                <a:spcPct val="100000"/>
              </a:lnSpc>
              <a:spcBef>
                <a:spcPts val="0"/>
              </a:spcBef>
              <a:spcAft>
                <a:spcPts val="0"/>
              </a:spcAft>
              <a:buClr>
                <a:srgbClr val="0000FF"/>
              </a:buClr>
              <a:buSzPts val="2000"/>
              <a:buFont typeface="Noto Sans Symbols"/>
              <a:buChar char="❑"/>
            </a:pPr>
            <a:r>
              <a:rPr b="0" i="0" lang="en-US" sz="2000" u="none" cap="none" strike="noStrike">
                <a:solidFill>
                  <a:srgbClr val="0000FF"/>
                </a:solidFill>
                <a:latin typeface="Times New Roman"/>
                <a:ea typeface="Times New Roman"/>
                <a:cs typeface="Times New Roman"/>
                <a:sym typeface="Times New Roman"/>
              </a:rPr>
              <a:t>An agent can be</a:t>
            </a:r>
            <a:endParaRPr b="0" i="0" sz="1400" u="none" cap="none" strike="noStrike">
              <a:solidFill>
                <a:srgbClr val="000000"/>
              </a:solidFill>
              <a:latin typeface="Arial"/>
              <a:ea typeface="Arial"/>
              <a:cs typeface="Arial"/>
              <a:sym typeface="Arial"/>
            </a:endParaRPr>
          </a:p>
          <a:p>
            <a:pPr indent="-114300" lvl="1" marL="457200" marR="0" rtl="0" algn="just">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Human-Agent</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A human agent has eyes, ears, and other organs which work for sensors and hand, legs, vocal tract work for actuators.</a:t>
            </a:r>
            <a:endParaRPr b="0" i="0" sz="1400" u="none" cap="none" strike="noStrike">
              <a:solidFill>
                <a:srgbClr val="000000"/>
              </a:solidFill>
              <a:latin typeface="Arial"/>
              <a:ea typeface="Arial"/>
              <a:cs typeface="Arial"/>
              <a:sym typeface="Arial"/>
            </a:endParaRPr>
          </a:p>
          <a:p>
            <a:pPr indent="-114300" lvl="1" marL="457200" marR="0" rtl="0" algn="just">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Robotic Agent</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A robotic agent can have cameras, infrared range finder, NLP for sensors and various motors for actuators.</a:t>
            </a:r>
            <a:endParaRPr b="0" i="0" sz="1400" u="none" cap="none" strike="noStrike">
              <a:solidFill>
                <a:srgbClr val="000000"/>
              </a:solidFill>
              <a:latin typeface="Arial"/>
              <a:ea typeface="Arial"/>
              <a:cs typeface="Arial"/>
              <a:sym typeface="Arial"/>
            </a:endParaRPr>
          </a:p>
          <a:p>
            <a:pPr indent="-114300" lvl="1" marL="457200" marR="0" rtl="0" algn="just">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Software Agent</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Software agent can have keystrokes, file contents as sensory input and act on those inputs and display output on the screen.</a:t>
            </a:r>
            <a:endParaRPr b="0" i="0" sz="1400" u="none" cap="none" strike="noStrike">
              <a:solidFill>
                <a:srgbClr val="000000"/>
              </a:solidFill>
              <a:latin typeface="Arial"/>
              <a:ea typeface="Arial"/>
              <a:cs typeface="Arial"/>
              <a:sym typeface="Arial"/>
            </a:endParaRPr>
          </a:p>
          <a:p>
            <a:pPr indent="0" lvl="1" marL="45720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Times New Roman"/>
              <a:ea typeface="Times New Roman"/>
              <a:cs typeface="Times New Roman"/>
              <a:sym typeface="Times New Roman"/>
            </a:endParaRPr>
          </a:p>
          <a:p>
            <a:pPr indent="-114300" lvl="1" marL="457200" marR="0" rtl="0" algn="just">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Hence the world around us is full of agents such as thermostat, cellphone, camera, and even we are also agents.</a:t>
            </a:r>
            <a:endParaRPr b="0" i="0" sz="1400" u="none" cap="none" strike="noStrike">
              <a:solidFill>
                <a:srgbClr val="000000"/>
              </a:solidFill>
              <a:latin typeface="Arial"/>
              <a:ea typeface="Arial"/>
              <a:cs typeface="Arial"/>
              <a:sym typeface="Arial"/>
            </a:endParaRPr>
          </a:p>
          <a:p>
            <a:pPr indent="-114300" lvl="1" marL="457200" marR="0" rtl="0" algn="just">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Before moving forward, we should first know about sensors, effectors, and actuators.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49" name="Google Shape;249;p8"/>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Agent</a:t>
            </a:r>
            <a:endParaRPr b="0" i="0" sz="1400" u="none" cap="none" strike="noStrike">
              <a:solidFill>
                <a:srgbClr val="000000"/>
              </a:solidFill>
              <a:latin typeface="Arial"/>
              <a:ea typeface="Arial"/>
              <a:cs typeface="Arial"/>
              <a:sym typeface="Arial"/>
            </a:endParaRPr>
          </a:p>
        </p:txBody>
      </p:sp>
      <p:sp>
        <p:nvSpPr>
          <p:cNvPr id="250" name="Google Shape;250;p8"/>
          <p:cNvSpPr txBox="1"/>
          <p:nvPr/>
        </p:nvSpPr>
        <p:spPr>
          <a:xfrm>
            <a:off x="301925" y="2075270"/>
            <a:ext cx="8514272" cy="1938992"/>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An intelligent agent is an autonomous entity which act upon an environment using sensors and actuators for achieving goals</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An intelligent agent may learn from the environment to achieve their goals</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A thermostat is an example of an intelligent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56" name="Google Shape;256;p10"/>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Taxonomy of Autonomous Agent</a:t>
            </a:r>
            <a:endParaRPr b="0" i="0" sz="1400" u="none" cap="none" strike="noStrike">
              <a:solidFill>
                <a:srgbClr val="000000"/>
              </a:solidFill>
              <a:latin typeface="Arial"/>
              <a:ea typeface="Arial"/>
              <a:cs typeface="Arial"/>
              <a:sym typeface="Arial"/>
            </a:endParaRPr>
          </a:p>
        </p:txBody>
      </p:sp>
      <p:pic>
        <p:nvPicPr>
          <p:cNvPr id="257" name="Google Shape;257;p10"/>
          <p:cNvPicPr preferRelativeResize="0"/>
          <p:nvPr/>
        </p:nvPicPr>
        <p:blipFill rotWithShape="1">
          <a:blip r:embed="rId3">
            <a:alphaModFix/>
          </a:blip>
          <a:srcRect b="0" l="0" r="0" t="0"/>
          <a:stretch/>
        </p:blipFill>
        <p:spPr>
          <a:xfrm>
            <a:off x="584739" y="2061711"/>
            <a:ext cx="7837813" cy="415793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1"/>
          <p:cNvSpPr txBox="1"/>
          <p:nvPr/>
        </p:nvSpPr>
        <p:spPr>
          <a:xfrm>
            <a:off x="421341" y="2154062"/>
            <a:ext cx="8225765" cy="4059702"/>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rgbClr val="A5A5A5"/>
              </a:buClr>
              <a:buSzPts val="2160"/>
              <a:buFont typeface="Noto Sans Symbols"/>
              <a:buNone/>
            </a:pPr>
            <a:r>
              <a:rPr b="1" i="0" lang="en-US" sz="2400" u="none" cap="none" strike="noStrike">
                <a:solidFill>
                  <a:srgbClr val="0000FF"/>
                </a:solidFill>
                <a:latin typeface="Times New Roman"/>
                <a:ea typeface="Times New Roman"/>
                <a:cs typeface="Times New Roman"/>
                <a:sym typeface="Times New Roman"/>
              </a:rPr>
              <a:t>Size </a:t>
            </a:r>
            <a:r>
              <a:rPr b="0" i="0" lang="en-US" sz="2400" u="none" cap="none" strike="noStrike">
                <a:solidFill>
                  <a:srgbClr val="0000FF"/>
                </a:solidFill>
                <a:latin typeface="Times New Roman"/>
                <a:ea typeface="Times New Roman"/>
                <a:cs typeface="Times New Roman"/>
                <a:sym typeface="Times New Roman"/>
              </a:rPr>
              <a:t>- an agent is usually smaller than a program.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A5A5A5"/>
              </a:buClr>
              <a:buSzPts val="2160"/>
              <a:buFont typeface="Noto Sans Symbols"/>
              <a:buNone/>
            </a:pPr>
            <a:r>
              <a:rPr b="1" i="0" lang="en-US" sz="2400" u="none" cap="none" strike="noStrike">
                <a:solidFill>
                  <a:srgbClr val="0000FF"/>
                </a:solidFill>
                <a:latin typeface="Times New Roman"/>
                <a:ea typeface="Times New Roman"/>
                <a:cs typeface="Times New Roman"/>
                <a:sym typeface="Times New Roman"/>
              </a:rPr>
              <a:t>Purpose</a:t>
            </a:r>
            <a:r>
              <a:rPr b="0" i="0" lang="en-US" sz="2400" u="none" cap="none" strike="noStrike">
                <a:solidFill>
                  <a:srgbClr val="0000FF"/>
                </a:solidFill>
                <a:latin typeface="Times New Roman"/>
                <a:ea typeface="Times New Roman"/>
                <a:cs typeface="Times New Roman"/>
                <a:sym typeface="Times New Roman"/>
              </a:rPr>
              <a:t> - an agent has a specific purpose while programs are multi-functional.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A5A5A5"/>
              </a:buClr>
              <a:buSzPts val="2160"/>
              <a:buFont typeface="Noto Sans Symbols"/>
              <a:buNone/>
            </a:pPr>
            <a:r>
              <a:rPr b="1" i="0" lang="en-US" sz="2400" u="none" cap="none" strike="noStrike">
                <a:solidFill>
                  <a:srgbClr val="0000FF"/>
                </a:solidFill>
                <a:latin typeface="Times New Roman"/>
                <a:ea typeface="Times New Roman"/>
                <a:cs typeface="Times New Roman"/>
                <a:sym typeface="Times New Roman"/>
              </a:rPr>
              <a:t>Persistence</a:t>
            </a:r>
            <a:r>
              <a:rPr b="0" i="0" lang="en-US" sz="2400" u="none" cap="none" strike="noStrike">
                <a:solidFill>
                  <a:srgbClr val="0000FF"/>
                </a:solidFill>
                <a:latin typeface="Times New Roman"/>
                <a:ea typeface="Times New Roman"/>
                <a:cs typeface="Times New Roman"/>
                <a:sym typeface="Times New Roman"/>
              </a:rPr>
              <a:t> - an agent's life span is not entirely dependent on a user launching and quitting it.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A5A5A5"/>
              </a:buClr>
              <a:buSzPts val="2160"/>
              <a:buFont typeface="Noto Sans Symbols"/>
              <a:buNone/>
            </a:pPr>
            <a:r>
              <a:rPr b="1" i="0" lang="en-US" sz="2400" u="none" cap="none" strike="noStrike">
                <a:solidFill>
                  <a:srgbClr val="0000FF"/>
                </a:solidFill>
                <a:latin typeface="Times New Roman"/>
                <a:ea typeface="Times New Roman"/>
                <a:cs typeface="Times New Roman"/>
                <a:sym typeface="Times New Roman"/>
              </a:rPr>
              <a:t>Autonomy</a:t>
            </a:r>
            <a:r>
              <a:rPr b="0" i="0" lang="en-US" sz="2400" u="none" cap="none" strike="noStrike">
                <a:solidFill>
                  <a:srgbClr val="0000FF"/>
                </a:solidFill>
                <a:latin typeface="Times New Roman"/>
                <a:ea typeface="Times New Roman"/>
                <a:cs typeface="Times New Roman"/>
                <a:sym typeface="Times New Roman"/>
              </a:rPr>
              <a:t> - an agent doesn't need the user's input to function.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p:txBody>
      </p:sp>
      <p:sp>
        <p:nvSpPr>
          <p:cNvPr id="263" name="Google Shape;263;p11"/>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Agent vs Programs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6"/>
          <p:cNvSpPr txBox="1"/>
          <p:nvPr/>
        </p:nvSpPr>
        <p:spPr>
          <a:xfrm>
            <a:off x="284673" y="2059176"/>
            <a:ext cx="8557402" cy="4059702"/>
          </a:xfrm>
          <a:prstGeom prst="rect">
            <a:avLst/>
          </a:prstGeom>
          <a:noFill/>
          <a:ln>
            <a:noFill/>
          </a:ln>
        </p:spPr>
        <p:txBody>
          <a:bodyPr anchorCtr="0" anchor="t" bIns="45700" lIns="91425" spcFirstLastPara="1" rIns="91425" wrap="square" tIns="45700">
            <a:normAutofit/>
          </a:bodyPr>
          <a:lstStyle/>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The agent function is a mathematical function that maps a sequence of perceptions into action.</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The function is implemented as the agent program.</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The part of the agent taking an action is called an actuator.</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environment -&gt; sensors -&gt; agent function -&gt; actuators -&gt; environment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A5A5A5"/>
              </a:buClr>
              <a:buSzPts val="1800"/>
              <a:buFont typeface="Noto Sans Symbols"/>
              <a:buNone/>
            </a:pPr>
            <a:r>
              <a:rPr b="0" i="0" lang="en-US" sz="2000" u="none" cap="none" strike="noStrike">
                <a:solidFill>
                  <a:schemeClr val="lt1"/>
                </a:solidFill>
                <a:latin typeface="Calibri"/>
                <a:ea typeface="Calibri"/>
                <a:cs typeface="Calibri"/>
                <a:sym typeface="Calibri"/>
              </a:rPr>
              <a:t> </a:t>
            </a:r>
            <a:endParaRPr b="0" i="0" sz="2400" u="none" cap="none" strike="noStrike">
              <a:solidFill>
                <a:srgbClr val="0000FF"/>
              </a:solidFill>
              <a:latin typeface="Times New Roman"/>
              <a:ea typeface="Times New Roman"/>
              <a:cs typeface="Times New Roman"/>
              <a:sym typeface="Times New Roman"/>
            </a:endParaRPr>
          </a:p>
        </p:txBody>
      </p:sp>
      <p:sp>
        <p:nvSpPr>
          <p:cNvPr id="269" name="Google Shape;269;p16"/>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Agent Function</a:t>
            </a:r>
            <a:endParaRPr b="0" i="0" sz="1400" u="none" cap="none" strike="noStrike">
              <a:solidFill>
                <a:srgbClr val="000000"/>
              </a:solidFill>
              <a:latin typeface="Arial"/>
              <a:ea typeface="Arial"/>
              <a:cs typeface="Arial"/>
              <a:sym typeface="Arial"/>
            </a:endParaRPr>
          </a:p>
        </p:txBody>
      </p:sp>
      <p:pic>
        <p:nvPicPr>
          <p:cNvPr id="270" name="Google Shape;270;p16"/>
          <p:cNvPicPr preferRelativeResize="0"/>
          <p:nvPr/>
        </p:nvPicPr>
        <p:blipFill rotWithShape="1">
          <a:blip r:embed="rId3">
            <a:alphaModFix/>
          </a:blip>
          <a:srcRect b="0" l="0" r="0" t="0"/>
          <a:stretch/>
        </p:blipFill>
        <p:spPr>
          <a:xfrm>
            <a:off x="3104970" y="3790641"/>
            <a:ext cx="1958812" cy="24231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8"/>
          <p:cNvSpPr txBox="1"/>
          <p:nvPr/>
        </p:nvSpPr>
        <p:spPr>
          <a:xfrm>
            <a:off x="421341" y="2154062"/>
            <a:ext cx="8225765" cy="4059702"/>
          </a:xfrm>
          <a:prstGeom prst="rect">
            <a:avLst/>
          </a:prstGeom>
          <a:noFill/>
          <a:ln>
            <a:noFill/>
          </a:ln>
        </p:spPr>
        <p:txBody>
          <a:bodyPr anchorCtr="0" anchor="t" bIns="45700" lIns="91425" spcFirstLastPara="1" rIns="91425" wrap="square" tIns="45700">
            <a:normAutofit/>
          </a:bodyPr>
          <a:lstStyle/>
          <a:p>
            <a:pPr indent="-114300" lvl="0" marL="0" marR="0" rtl="0" algn="l">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An agent program is an implementation of an agent function</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An agent function is a map from the percept sequence(history of all that an agent has perceived to date) to an action. </a:t>
            </a:r>
            <a:br>
              <a:rPr b="0" i="0" lang="en-US" sz="2000" u="none" cap="none" strike="noStrike">
                <a:solidFill>
                  <a:srgbClr val="0000FF"/>
                </a:solidFill>
                <a:latin typeface="Times New Roman"/>
                <a:ea typeface="Times New Roman"/>
                <a:cs typeface="Times New Roman"/>
                <a:sym typeface="Times New Roman"/>
              </a:rPr>
            </a:br>
            <a:r>
              <a:rPr b="0" i="0" lang="en-US" sz="2000" u="none" cap="none" strike="noStrike">
                <a:solidFill>
                  <a:srgbClr val="0000FF"/>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A5A5A5"/>
              </a:buClr>
              <a:buSzPts val="1800"/>
              <a:buFont typeface="Noto Sans Symbols"/>
              <a:buNone/>
            </a:pPr>
            <a:r>
              <a:rPr b="0" i="0" lang="en-US" sz="2000" u="none" cap="none" strike="noStrike">
                <a:solidFill>
                  <a:srgbClr val="0000FF"/>
                </a:solidFill>
                <a:latin typeface="Times New Roman"/>
                <a:ea typeface="Times New Roman"/>
                <a:cs typeface="Times New Roman"/>
                <a:sym typeface="Times New Roman"/>
              </a:rPr>
              <a:t>	</a:t>
            </a:r>
            <a:r>
              <a:rPr b="0" i="0" lang="en-US" sz="2000" u="none" cap="none" strike="noStrike">
                <a:solidFill>
                  <a:srgbClr val="FF0000"/>
                </a:solidFill>
                <a:latin typeface="Times New Roman"/>
                <a:ea typeface="Times New Roman"/>
                <a:cs typeface="Times New Roman"/>
                <a:sym typeface="Times New Roman"/>
              </a:rPr>
              <a:t>Agent = Architecture + Agent Program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A5A5A5"/>
              </a:buClr>
              <a:buSzPts val="2160"/>
              <a:buFont typeface="Noto Sans Symbols"/>
              <a:buNone/>
            </a:pPr>
            <a:br>
              <a:rPr b="0" i="0" lang="en-US" sz="2400" u="none" cap="none" strike="noStrike">
                <a:solidFill>
                  <a:srgbClr val="0000FF"/>
                </a:solidFill>
                <a:latin typeface="Calibri"/>
                <a:ea typeface="Calibri"/>
                <a:cs typeface="Calibri"/>
                <a:sym typeface="Calibri"/>
              </a:rPr>
            </a:br>
            <a:endParaRPr b="0" i="0" sz="2400" u="none" cap="none" strike="noStrike">
              <a:solidFill>
                <a:srgbClr val="0000FF"/>
              </a:solidFill>
              <a:latin typeface="Times New Roman"/>
              <a:ea typeface="Times New Roman"/>
              <a:cs typeface="Times New Roman"/>
              <a:sym typeface="Times New Roman"/>
            </a:endParaRPr>
          </a:p>
        </p:txBody>
      </p:sp>
      <p:sp>
        <p:nvSpPr>
          <p:cNvPr id="276" name="Google Shape;276;p18"/>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Agent Program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19"/>
          <p:cNvPicPr preferRelativeResize="0"/>
          <p:nvPr/>
        </p:nvPicPr>
        <p:blipFill rotWithShape="1">
          <a:blip r:embed="rId3">
            <a:alphaModFix/>
          </a:blip>
          <a:srcRect b="0" l="0" r="0" t="0"/>
          <a:stretch/>
        </p:blipFill>
        <p:spPr>
          <a:xfrm>
            <a:off x="364288" y="1993323"/>
            <a:ext cx="8779712" cy="4226322"/>
          </a:xfrm>
          <a:prstGeom prst="rect">
            <a:avLst/>
          </a:prstGeom>
          <a:noFill/>
          <a:ln>
            <a:noFill/>
          </a:ln>
        </p:spPr>
      </p:pic>
      <p:sp>
        <p:nvSpPr>
          <p:cNvPr id="282" name="Google Shape;282;p19"/>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VACUUM CLEANING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20"/>
          <p:cNvPicPr preferRelativeResize="0"/>
          <p:nvPr/>
        </p:nvPicPr>
        <p:blipFill rotWithShape="1">
          <a:blip r:embed="rId3">
            <a:alphaModFix/>
          </a:blip>
          <a:srcRect b="0" l="0" r="0" t="0"/>
          <a:stretch/>
        </p:blipFill>
        <p:spPr>
          <a:xfrm>
            <a:off x="643014" y="2036618"/>
            <a:ext cx="7988368" cy="4630938"/>
          </a:xfrm>
          <a:prstGeom prst="rect">
            <a:avLst/>
          </a:prstGeom>
          <a:noFill/>
          <a:ln>
            <a:noFill/>
          </a:ln>
        </p:spPr>
      </p:pic>
      <p:sp>
        <p:nvSpPr>
          <p:cNvPr id="288" name="Google Shape;288;p20"/>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VACUUM CLEANING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21"/>
          <p:cNvPicPr preferRelativeResize="0"/>
          <p:nvPr/>
        </p:nvPicPr>
        <p:blipFill rotWithShape="1">
          <a:blip r:embed="rId3">
            <a:alphaModFix/>
          </a:blip>
          <a:srcRect b="0" l="0" r="0" t="0"/>
          <a:stretch/>
        </p:blipFill>
        <p:spPr>
          <a:xfrm>
            <a:off x="389918" y="2078963"/>
            <a:ext cx="8306203" cy="4089371"/>
          </a:xfrm>
          <a:prstGeom prst="rect">
            <a:avLst/>
          </a:prstGeom>
          <a:noFill/>
          <a:ln>
            <a:noFill/>
          </a:ln>
        </p:spPr>
      </p:pic>
      <p:sp>
        <p:nvSpPr>
          <p:cNvPr id="294" name="Google Shape;294;p21"/>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VACUUM CLEANING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22"/>
          <p:cNvPicPr preferRelativeResize="0"/>
          <p:nvPr/>
        </p:nvPicPr>
        <p:blipFill rotWithShape="1">
          <a:blip r:embed="rId3">
            <a:alphaModFix/>
          </a:blip>
          <a:srcRect b="0" l="0" r="0" t="0"/>
          <a:stretch/>
        </p:blipFill>
        <p:spPr>
          <a:xfrm>
            <a:off x="264295" y="2329141"/>
            <a:ext cx="8634643" cy="2551851"/>
          </a:xfrm>
          <a:prstGeom prst="rect">
            <a:avLst/>
          </a:prstGeom>
          <a:noFill/>
          <a:ln>
            <a:noFill/>
          </a:ln>
        </p:spPr>
      </p:pic>
      <p:sp>
        <p:nvSpPr>
          <p:cNvPr id="300" name="Google Shape;300;p22"/>
          <p:cNvSpPr txBox="1"/>
          <p:nvPr/>
        </p:nvSpPr>
        <p:spPr>
          <a:xfrm>
            <a:off x="421341" y="472613"/>
            <a:ext cx="7809000" cy="807600"/>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VACUUM CLEANING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6"/>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102870" lvl="0" marL="0" marR="0" rtl="0" algn="just">
              <a:lnSpc>
                <a:spcPct val="100000"/>
              </a:lnSpc>
              <a:spcBef>
                <a:spcPts val="0"/>
              </a:spcBef>
              <a:spcAft>
                <a:spcPts val="0"/>
              </a:spcAft>
              <a:buClr>
                <a:srgbClr val="A5A5A5"/>
              </a:buClr>
              <a:buSzPts val="1620"/>
              <a:buFont typeface="Noto Sans Symbols"/>
              <a:buChar char="✔"/>
            </a:pPr>
            <a:r>
              <a:rPr b="0" i="0" lang="en-US" sz="1800" u="sng" cap="none" strike="noStrike">
                <a:solidFill>
                  <a:schemeClr val="dk1"/>
                </a:solidFill>
                <a:latin typeface="Times New Roman"/>
                <a:ea typeface="Times New Roman"/>
                <a:cs typeface="Times New Roman"/>
                <a:sym typeface="Times New Roman"/>
              </a:rPr>
              <a:t>Rational Agent:</a:t>
            </a:r>
            <a:r>
              <a:rPr b="0" i="0" lang="en-US" sz="1800" u="none" cap="none" strike="noStrike">
                <a:solidFill>
                  <a:srgbClr val="0000FF"/>
                </a:solidFill>
                <a:latin typeface="Times New Roman"/>
                <a:ea typeface="Times New Roman"/>
                <a:cs typeface="Times New Roman"/>
                <a:sym typeface="Times New Roman"/>
              </a:rPr>
              <a:t> A rational agent is one that does the right thing</a:t>
            </a:r>
            <a:endParaRPr b="0" i="0" sz="1400" u="none" cap="none" strike="noStrike">
              <a:solidFill>
                <a:srgbClr val="000000"/>
              </a:solidFill>
              <a:latin typeface="Arial"/>
              <a:ea typeface="Arial"/>
              <a:cs typeface="Arial"/>
              <a:sym typeface="Arial"/>
            </a:endParaRPr>
          </a:p>
          <a:p>
            <a:pPr indent="-91440" lvl="1" marL="457200" marR="0" rtl="0" algn="just">
              <a:lnSpc>
                <a:spcPct val="100000"/>
              </a:lnSpc>
              <a:spcBef>
                <a:spcPts val="600"/>
              </a:spcBef>
              <a:spcAft>
                <a:spcPts val="0"/>
              </a:spcAft>
              <a:buClr>
                <a:srgbClr val="3F3F3F"/>
              </a:buClr>
              <a:buSzPts val="1440"/>
              <a:buFont typeface="Noto Sans Symbols"/>
              <a:buChar char="⮚"/>
            </a:pPr>
            <a:r>
              <a:rPr b="0" i="0" lang="en-US" sz="1600" u="none" cap="none" strike="noStrike">
                <a:solidFill>
                  <a:srgbClr val="FF0000"/>
                </a:solidFill>
                <a:latin typeface="Times New Roman"/>
                <a:ea typeface="Times New Roman"/>
                <a:cs typeface="Times New Roman"/>
                <a:sym typeface="Times New Roman"/>
              </a:rPr>
              <a:t>What is the right thing?</a:t>
            </a:r>
            <a:endParaRPr b="0" i="0" sz="1400" u="none" cap="none" strike="noStrike">
              <a:solidFill>
                <a:srgbClr val="000000"/>
              </a:solidFill>
              <a:latin typeface="Arial"/>
              <a:ea typeface="Arial"/>
              <a:cs typeface="Arial"/>
              <a:sym typeface="Arial"/>
            </a:endParaRPr>
          </a:p>
          <a:p>
            <a:pPr indent="-80010" lvl="2" marL="914400" marR="0" rtl="0" algn="just">
              <a:lnSpc>
                <a:spcPct val="100000"/>
              </a:lnSpc>
              <a:spcBef>
                <a:spcPts val="600"/>
              </a:spcBef>
              <a:spcAft>
                <a:spcPts val="0"/>
              </a:spcAft>
              <a:buClr>
                <a:srgbClr val="A5A5A5"/>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A sequence of actions causes the environment to go through a sequence of states</a:t>
            </a:r>
            <a:endParaRPr b="0" i="0" sz="1400" u="none" cap="none" strike="noStrike">
              <a:solidFill>
                <a:srgbClr val="000000"/>
              </a:solidFill>
              <a:latin typeface="Arial"/>
              <a:ea typeface="Arial"/>
              <a:cs typeface="Arial"/>
              <a:sym typeface="Arial"/>
            </a:endParaRPr>
          </a:p>
          <a:p>
            <a:pPr indent="-80010" lvl="2" marL="914400" marR="0" rtl="0" algn="just">
              <a:lnSpc>
                <a:spcPct val="100000"/>
              </a:lnSpc>
              <a:spcBef>
                <a:spcPts val="600"/>
              </a:spcBef>
              <a:spcAft>
                <a:spcPts val="0"/>
              </a:spcAft>
              <a:buClr>
                <a:srgbClr val="A5A5A5"/>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If the sequence is desirable, then the agent has performed well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a:p>
            <a:pPr indent="-102870" lvl="0" marL="0" marR="0" rtl="0" algn="l">
              <a:lnSpc>
                <a:spcPct val="100000"/>
              </a:lnSpc>
              <a:spcBef>
                <a:spcPts val="0"/>
              </a:spcBef>
              <a:spcAft>
                <a:spcPts val="0"/>
              </a:spcAft>
              <a:buClr>
                <a:srgbClr val="A5A5A5"/>
              </a:buClr>
              <a:buSzPts val="1620"/>
              <a:buFont typeface="Noto Sans Symbols"/>
              <a:buChar char="✔"/>
            </a:pPr>
            <a:r>
              <a:rPr b="0" i="0" lang="en-US" sz="1800" u="none" cap="none" strike="noStrike">
                <a:solidFill>
                  <a:srgbClr val="0000FF"/>
                </a:solidFill>
                <a:latin typeface="Times New Roman"/>
                <a:ea typeface="Times New Roman"/>
                <a:cs typeface="Times New Roman"/>
                <a:sym typeface="Times New Roman"/>
              </a:rPr>
              <a:t>Rationality at any given point depends on four things:</a:t>
            </a:r>
            <a:endParaRPr b="0" i="0" sz="1400" u="none" cap="none" strike="noStrike">
              <a:solidFill>
                <a:srgbClr val="000000"/>
              </a:solidFill>
              <a:latin typeface="Arial"/>
              <a:ea typeface="Arial"/>
              <a:cs typeface="Arial"/>
              <a:sym typeface="Arial"/>
            </a:endParaRPr>
          </a:p>
          <a:p>
            <a:pPr indent="-91440" lvl="1" marL="457200" marR="0" rtl="0" algn="just">
              <a:lnSpc>
                <a:spcPct val="100000"/>
              </a:lnSpc>
              <a:spcBef>
                <a:spcPts val="600"/>
              </a:spcBef>
              <a:spcAft>
                <a:spcPts val="0"/>
              </a:spcAft>
              <a:buClr>
                <a:srgbClr val="3F3F3F"/>
              </a:buClr>
              <a:buSzPts val="1440"/>
              <a:buFont typeface="Noto Sans Symbols"/>
              <a:buChar char="⮚"/>
            </a:pPr>
            <a:r>
              <a:rPr b="0" i="0" lang="en-US" sz="1600" u="none" cap="none" strike="noStrike">
                <a:solidFill>
                  <a:srgbClr val="FF0000"/>
                </a:solidFill>
                <a:latin typeface="Times New Roman"/>
                <a:ea typeface="Times New Roman"/>
                <a:cs typeface="Times New Roman"/>
                <a:sym typeface="Times New Roman"/>
              </a:rPr>
              <a:t>The performance measure that defines the criterion for success.</a:t>
            </a:r>
            <a:endParaRPr b="0" i="0" sz="1400" u="none" cap="none" strike="noStrike">
              <a:solidFill>
                <a:srgbClr val="000000"/>
              </a:solidFill>
              <a:latin typeface="Arial"/>
              <a:ea typeface="Arial"/>
              <a:cs typeface="Arial"/>
              <a:sym typeface="Arial"/>
            </a:endParaRPr>
          </a:p>
          <a:p>
            <a:pPr indent="-91440" lvl="1" marL="457200" marR="0" rtl="0" algn="just">
              <a:lnSpc>
                <a:spcPct val="100000"/>
              </a:lnSpc>
              <a:spcBef>
                <a:spcPts val="600"/>
              </a:spcBef>
              <a:spcAft>
                <a:spcPts val="0"/>
              </a:spcAft>
              <a:buClr>
                <a:srgbClr val="3F3F3F"/>
              </a:buClr>
              <a:buSzPts val="1440"/>
              <a:buFont typeface="Noto Sans Symbols"/>
              <a:buChar char="⮚"/>
            </a:pPr>
            <a:r>
              <a:rPr b="0" i="0" lang="en-US" sz="1600" u="none" cap="none" strike="noStrike">
                <a:solidFill>
                  <a:srgbClr val="FF0000"/>
                </a:solidFill>
                <a:latin typeface="Times New Roman"/>
                <a:ea typeface="Times New Roman"/>
                <a:cs typeface="Times New Roman"/>
                <a:sym typeface="Times New Roman"/>
              </a:rPr>
              <a:t>The agent’s prior knowledge of the environment</a:t>
            </a:r>
            <a:endParaRPr b="0" i="0" sz="1400" u="none" cap="none" strike="noStrike">
              <a:solidFill>
                <a:srgbClr val="000000"/>
              </a:solidFill>
              <a:latin typeface="Arial"/>
              <a:ea typeface="Arial"/>
              <a:cs typeface="Arial"/>
              <a:sym typeface="Arial"/>
            </a:endParaRPr>
          </a:p>
          <a:p>
            <a:pPr indent="-91440" lvl="1" marL="457200" marR="0" rtl="0" algn="just">
              <a:lnSpc>
                <a:spcPct val="100000"/>
              </a:lnSpc>
              <a:spcBef>
                <a:spcPts val="600"/>
              </a:spcBef>
              <a:spcAft>
                <a:spcPts val="0"/>
              </a:spcAft>
              <a:buClr>
                <a:srgbClr val="3F3F3F"/>
              </a:buClr>
              <a:buSzPts val="1440"/>
              <a:buFont typeface="Noto Sans Symbols"/>
              <a:buChar char="⮚"/>
            </a:pPr>
            <a:r>
              <a:rPr b="0" i="0" lang="en-US" sz="1600" u="none" cap="none" strike="noStrike">
                <a:solidFill>
                  <a:srgbClr val="FF0000"/>
                </a:solidFill>
                <a:latin typeface="Times New Roman"/>
                <a:ea typeface="Times New Roman"/>
                <a:cs typeface="Times New Roman"/>
                <a:sym typeface="Times New Roman"/>
              </a:rPr>
              <a:t>The actions that the agent can perform</a:t>
            </a:r>
            <a:endParaRPr b="0" i="0" sz="1400" u="none" cap="none" strike="noStrike">
              <a:solidFill>
                <a:srgbClr val="000000"/>
              </a:solidFill>
              <a:latin typeface="Arial"/>
              <a:ea typeface="Arial"/>
              <a:cs typeface="Arial"/>
              <a:sym typeface="Arial"/>
            </a:endParaRPr>
          </a:p>
          <a:p>
            <a:pPr indent="-91440" lvl="1" marL="457200" marR="0" rtl="0" algn="just">
              <a:lnSpc>
                <a:spcPct val="100000"/>
              </a:lnSpc>
              <a:spcBef>
                <a:spcPts val="600"/>
              </a:spcBef>
              <a:spcAft>
                <a:spcPts val="0"/>
              </a:spcAft>
              <a:buClr>
                <a:srgbClr val="3F3F3F"/>
              </a:buClr>
              <a:buSzPts val="1440"/>
              <a:buFont typeface="Noto Sans Symbols"/>
              <a:buChar char="⮚"/>
            </a:pPr>
            <a:r>
              <a:rPr b="0" i="0" lang="en-US" sz="1600" u="none" cap="none" strike="noStrike">
                <a:solidFill>
                  <a:srgbClr val="FF0000"/>
                </a:solidFill>
                <a:latin typeface="Times New Roman"/>
                <a:ea typeface="Times New Roman"/>
                <a:cs typeface="Times New Roman"/>
                <a:sym typeface="Times New Roman"/>
              </a:rPr>
              <a:t>The agent’s percept sequence till date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a:p>
            <a:pPr indent="-102870" lvl="0" marL="0" marR="0" rtl="0" algn="just">
              <a:lnSpc>
                <a:spcPct val="100000"/>
              </a:lnSpc>
              <a:spcBef>
                <a:spcPts val="0"/>
              </a:spcBef>
              <a:spcAft>
                <a:spcPts val="0"/>
              </a:spcAft>
              <a:buClr>
                <a:srgbClr val="A5A5A5"/>
              </a:buClr>
              <a:buSzPts val="1620"/>
              <a:buFont typeface="Noto Sans Symbols"/>
              <a:buChar char="✔"/>
            </a:pPr>
            <a:r>
              <a:rPr b="0" i="0" lang="en-US" sz="1800" u="none" cap="none" strike="noStrike">
                <a:solidFill>
                  <a:srgbClr val="0000FF"/>
                </a:solidFill>
                <a:latin typeface="Times New Roman"/>
                <a:ea typeface="Times New Roman"/>
                <a:cs typeface="Times New Roman"/>
                <a:sym typeface="Times New Roman"/>
              </a:rPr>
              <a:t>Performance measure: a set of criteria/test bed for the success of the agent's behavior.</a:t>
            </a:r>
            <a:endParaRPr b="0" i="0" sz="1400" u="none" cap="none" strike="noStrike">
              <a:solidFill>
                <a:srgbClr val="000000"/>
              </a:solidFill>
              <a:latin typeface="Arial"/>
              <a:ea typeface="Arial"/>
              <a:cs typeface="Arial"/>
              <a:sym typeface="Arial"/>
            </a:endParaRPr>
          </a:p>
          <a:p>
            <a:pPr indent="-102870" lvl="0" marL="0" marR="0" rtl="0" algn="just">
              <a:lnSpc>
                <a:spcPct val="100000"/>
              </a:lnSpc>
              <a:spcBef>
                <a:spcPts val="0"/>
              </a:spcBef>
              <a:spcAft>
                <a:spcPts val="0"/>
              </a:spcAft>
              <a:buClr>
                <a:srgbClr val="A5A5A5"/>
              </a:buClr>
              <a:buSzPts val="1620"/>
              <a:buFont typeface="Noto Sans Symbols"/>
              <a:buChar char="✔"/>
            </a:pPr>
            <a:r>
              <a:rPr b="0" i="0" lang="en-US" sz="1800" u="none" cap="none" strike="noStrike">
                <a:solidFill>
                  <a:srgbClr val="0000FF"/>
                </a:solidFill>
                <a:latin typeface="Times New Roman"/>
                <a:ea typeface="Times New Roman"/>
                <a:cs typeface="Times New Roman"/>
                <a:sym typeface="Times New Roman"/>
              </a:rPr>
              <a:t>The performance measures should be based on the desired effect of the agent on the environment.</a:t>
            </a:r>
            <a:endParaRPr b="0" i="0" sz="1400" u="none" cap="none" strike="noStrike">
              <a:solidFill>
                <a:srgbClr val="000000"/>
              </a:solidFill>
              <a:latin typeface="Arial"/>
              <a:ea typeface="Arial"/>
              <a:cs typeface="Arial"/>
              <a:sym typeface="Arial"/>
            </a:endParaRPr>
          </a:p>
          <a:p>
            <a:pPr indent="0" lvl="2" marL="914400" marR="0" rtl="0" algn="just">
              <a:lnSpc>
                <a:spcPct val="100000"/>
              </a:lnSpc>
              <a:spcBef>
                <a:spcPts val="600"/>
              </a:spcBef>
              <a:spcAft>
                <a:spcPts val="0"/>
              </a:spcAft>
              <a:buClr>
                <a:srgbClr val="A5A5A5"/>
              </a:buClr>
              <a:buSzPts val="1440"/>
              <a:buFont typeface="Noto Sans Symbols"/>
              <a:buNone/>
            </a:pPr>
            <a:r>
              <a:t/>
            </a:r>
            <a:endParaRPr b="0" i="0" sz="1600" u="none" cap="none" strike="noStrik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A5A5A5"/>
              </a:buClr>
              <a:buSzPts val="1440"/>
              <a:buFont typeface="Noto Sans Symbols"/>
              <a:buNone/>
            </a:pPr>
            <a:r>
              <a:rPr b="0" i="0" lang="en-US" sz="1600" u="none" cap="none" strike="noStrike">
                <a:solidFill>
                  <a:srgbClr val="0000FF"/>
                </a:solidFill>
                <a:latin typeface="Times New Roman"/>
                <a:ea typeface="Times New Roman"/>
                <a:cs typeface="Times New Roman"/>
                <a:sym typeface="Times New Roman"/>
              </a:rPr>
              <a:t> </a:t>
            </a:r>
            <a:endParaRPr b="0" i="0" sz="1400" u="none" cap="none" strike="noStrike">
              <a:solidFill>
                <a:srgbClr val="0000FF"/>
              </a:solidFill>
              <a:latin typeface="Times New Roman"/>
              <a:ea typeface="Times New Roman"/>
              <a:cs typeface="Times New Roman"/>
              <a:sym typeface="Times New Roman"/>
            </a:endParaRPr>
          </a:p>
        </p:txBody>
      </p:sp>
      <p:sp>
        <p:nvSpPr>
          <p:cNvPr id="306" name="Google Shape;306;p26"/>
          <p:cNvSpPr txBox="1"/>
          <p:nvPr/>
        </p:nvSpPr>
        <p:spPr>
          <a:xfrm>
            <a:off x="430865" y="93933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GOOD BEHAVIOR:</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THE CONCEPT OF RATIONALITY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7"/>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PEAS is a representation system for AI agents which caters to measuring Performance with respect to Environment, Sensors, and actuators</a:t>
            </a:r>
            <a:endParaRPr b="0" i="0" sz="1400" u="none" cap="none" strike="noStrike">
              <a:solidFill>
                <a:srgbClr val="000000"/>
              </a:solidFill>
              <a:latin typeface="Arial"/>
              <a:ea typeface="Arial"/>
              <a:cs typeface="Arial"/>
              <a:sym typeface="Arial"/>
            </a:endParaRPr>
          </a:p>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To design an agent, we must know our task environment</a:t>
            </a:r>
            <a:endParaRPr b="0" i="0" sz="1400" u="none" cap="none" strike="noStrike">
              <a:solidFill>
                <a:srgbClr val="000000"/>
              </a:solidFill>
              <a:latin typeface="Arial"/>
              <a:ea typeface="Arial"/>
              <a:cs typeface="Arial"/>
              <a:sym typeface="Arial"/>
            </a:endParaRPr>
          </a:p>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 PEAS system helps specify the task environment</a:t>
            </a:r>
            <a:endParaRPr b="0" i="0" sz="1400" u="none" cap="none" strike="noStrike">
              <a:solidFill>
                <a:srgbClr val="000000"/>
              </a:solidFill>
              <a:latin typeface="Arial"/>
              <a:ea typeface="Arial"/>
              <a:cs typeface="Arial"/>
              <a:sym typeface="Arial"/>
            </a:endParaRPr>
          </a:p>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 PEAS is a short form for Performance, Environment, Actuators, and Sensors. Identifying PEAS can help write optimum algorithms for AI</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12" name="Google Shape;312;p27"/>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PEAS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8"/>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102870" lvl="0" marL="0" marR="0" rtl="0" algn="just">
              <a:lnSpc>
                <a:spcPct val="100000"/>
              </a:lnSpc>
              <a:spcBef>
                <a:spcPts val="0"/>
              </a:spcBef>
              <a:spcAft>
                <a:spcPts val="0"/>
              </a:spcAft>
              <a:buClr>
                <a:srgbClr val="A5A5A5"/>
              </a:buClr>
              <a:buSzPts val="1620"/>
              <a:buFont typeface="Noto Sans Symbols"/>
              <a:buChar char="✔"/>
            </a:pPr>
            <a:r>
              <a:rPr b="0" i="0" lang="en-US" sz="1800" u="none" cap="none" strike="noStrike">
                <a:solidFill>
                  <a:srgbClr val="FF0000"/>
                </a:solidFill>
                <a:latin typeface="Times New Roman"/>
                <a:ea typeface="Times New Roman"/>
                <a:cs typeface="Times New Roman"/>
                <a:sym typeface="Times New Roman"/>
              </a:rPr>
              <a:t>Sensors</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Sensors help agents perceive their environment by giving them a complete set of Inputs</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The action of agents depends on the past history and the current input set</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Examples of sensors include cameras, GPS, odometers, various sensing tools, etc.</a:t>
            </a:r>
            <a:endParaRPr b="0" i="0" sz="1400" u="none" cap="none" strike="noStrike">
              <a:solidFill>
                <a:srgbClr val="000000"/>
              </a:solidFill>
              <a:latin typeface="Arial"/>
              <a:ea typeface="Arial"/>
              <a:cs typeface="Arial"/>
              <a:sym typeface="Arial"/>
            </a:endParaRPr>
          </a:p>
          <a:p>
            <a:pPr indent="-102870" lvl="0" marL="0" marR="0" rtl="0" algn="just">
              <a:lnSpc>
                <a:spcPct val="100000"/>
              </a:lnSpc>
              <a:spcBef>
                <a:spcPts val="0"/>
              </a:spcBef>
              <a:spcAft>
                <a:spcPts val="0"/>
              </a:spcAft>
              <a:buClr>
                <a:srgbClr val="A5A5A5"/>
              </a:buClr>
              <a:buSzPts val="1620"/>
              <a:buFont typeface="Noto Sans Symbols"/>
              <a:buChar char="✔"/>
            </a:pPr>
            <a:r>
              <a:rPr b="0" i="0" lang="en-US" sz="1800" u="none" cap="none" strike="noStrike">
                <a:solidFill>
                  <a:srgbClr val="FF0000"/>
                </a:solidFill>
                <a:latin typeface="Times New Roman"/>
                <a:ea typeface="Times New Roman"/>
                <a:cs typeface="Times New Roman"/>
                <a:sym typeface="Times New Roman"/>
              </a:rPr>
              <a:t>Actuators</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Actuators help agents operate in the environment</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Actuators include display boards, object-picking arms, track-changing mechanisms, etc</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 Actions performed by agents can bring change to the environment as well.</a:t>
            </a:r>
            <a:endParaRPr b="0" i="0" sz="1400" u="none" cap="none" strike="noStrike">
              <a:solidFill>
                <a:srgbClr val="000000"/>
              </a:solidFill>
              <a:latin typeface="Arial"/>
              <a:ea typeface="Arial"/>
              <a:cs typeface="Arial"/>
              <a:sym typeface="Arial"/>
            </a:endParaRPr>
          </a:p>
          <a:p>
            <a:pPr indent="-102870" lvl="0" marL="0" marR="0" rtl="0" algn="just">
              <a:lnSpc>
                <a:spcPct val="100000"/>
              </a:lnSpc>
              <a:spcBef>
                <a:spcPts val="0"/>
              </a:spcBef>
              <a:spcAft>
                <a:spcPts val="0"/>
              </a:spcAft>
              <a:buClr>
                <a:srgbClr val="A5A5A5"/>
              </a:buClr>
              <a:buSzPts val="1620"/>
              <a:buFont typeface="Noto Sans Symbols"/>
              <a:buChar char="✔"/>
            </a:pPr>
            <a:r>
              <a:rPr b="0" i="0" lang="en-US" sz="1800" u="none" cap="none" strike="noStrike">
                <a:solidFill>
                  <a:srgbClr val="FF0000"/>
                </a:solidFill>
                <a:latin typeface="Times New Roman"/>
                <a:ea typeface="Times New Roman"/>
                <a:cs typeface="Times New Roman"/>
                <a:sym typeface="Times New Roman"/>
              </a:rPr>
              <a:t>Environment</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The surrounding of the agent at a particular instant in which the agent works is called the environment</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It can be static or dynamic based on the motion of the agent</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A small change in the environment will also change the required sensors and actions of the Agent.</a:t>
            </a:r>
            <a:endParaRPr b="0" i="0" sz="1400" u="none" cap="none" strike="noStrike">
              <a:solidFill>
                <a:srgbClr val="000000"/>
              </a:solidFill>
              <a:latin typeface="Arial"/>
              <a:ea typeface="Arial"/>
              <a:cs typeface="Arial"/>
              <a:sym typeface="Arial"/>
            </a:endParaRPr>
          </a:p>
          <a:p>
            <a:pPr indent="-102870" lvl="0" marL="0" marR="0" rtl="0" algn="just">
              <a:lnSpc>
                <a:spcPct val="100000"/>
              </a:lnSpc>
              <a:spcBef>
                <a:spcPts val="0"/>
              </a:spcBef>
              <a:spcAft>
                <a:spcPts val="0"/>
              </a:spcAft>
              <a:buClr>
                <a:srgbClr val="A5A5A5"/>
              </a:buClr>
              <a:buSzPts val="1620"/>
              <a:buFont typeface="Noto Sans Symbols"/>
              <a:buChar char="✔"/>
            </a:pPr>
            <a:r>
              <a:rPr b="0" i="0" lang="en-US" sz="1800" u="none" cap="none" strike="noStrike">
                <a:solidFill>
                  <a:srgbClr val="FF0000"/>
                </a:solidFill>
                <a:latin typeface="Times New Roman"/>
                <a:ea typeface="Times New Roman"/>
                <a:cs typeface="Times New Roman"/>
                <a:sym typeface="Times New Roman"/>
              </a:rPr>
              <a:t>Performance measure</a:t>
            </a:r>
            <a:endParaRPr b="0" i="0" sz="1400" u="none" cap="none" strike="noStrike">
              <a:solidFill>
                <a:srgbClr val="000000"/>
              </a:solidFill>
              <a:latin typeface="Arial"/>
              <a:ea typeface="Arial"/>
              <a:cs typeface="Arial"/>
              <a:sym typeface="Arial"/>
            </a:endParaRPr>
          </a:p>
          <a:p>
            <a:pPr indent="-80009" lvl="1" marL="457200" marR="0" rtl="0" algn="just">
              <a:lnSpc>
                <a:spcPct val="100000"/>
              </a:lnSpc>
              <a:spcBef>
                <a:spcPts val="600"/>
              </a:spcBef>
              <a:spcAft>
                <a:spcPts val="0"/>
              </a:spcAft>
              <a:buClr>
                <a:srgbClr val="3F3F3F"/>
              </a:buClr>
              <a:buSzPts val="1260"/>
              <a:buFont typeface="Noto Sans Symbols"/>
              <a:buChar char="✔"/>
            </a:pPr>
            <a:r>
              <a:rPr b="0" i="0" lang="en-US" sz="1400" u="none" cap="none" strike="noStrike">
                <a:solidFill>
                  <a:srgbClr val="0000FF"/>
                </a:solidFill>
                <a:latin typeface="Times New Roman"/>
                <a:ea typeface="Times New Roman"/>
                <a:cs typeface="Times New Roman"/>
                <a:sym typeface="Times New Roman"/>
              </a:rPr>
              <a:t>Performance measure is the unit to define the agent’s success or accuracy in achieving its set goals.</a:t>
            </a:r>
            <a:endParaRPr b="0" i="0" sz="1400" u="none" cap="none" strike="noStrike">
              <a:solidFill>
                <a:srgbClr val="000000"/>
              </a:solidFill>
              <a:latin typeface="Arial"/>
              <a:ea typeface="Arial"/>
              <a:cs typeface="Arial"/>
              <a:sym typeface="Arial"/>
            </a:endParaRPr>
          </a:p>
        </p:txBody>
      </p:sp>
      <p:sp>
        <p:nvSpPr>
          <p:cNvPr id="318" name="Google Shape;318;p28"/>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PEAS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29"/>
          <p:cNvPicPr preferRelativeResize="0"/>
          <p:nvPr/>
        </p:nvPicPr>
        <p:blipFill rotWithShape="1">
          <a:blip r:embed="rId3">
            <a:alphaModFix/>
          </a:blip>
          <a:srcRect b="-10046" l="0" r="0" t="0"/>
          <a:stretch/>
        </p:blipFill>
        <p:spPr>
          <a:xfrm>
            <a:off x="285750" y="2221922"/>
            <a:ext cx="8575373" cy="3693103"/>
          </a:xfrm>
          <a:prstGeom prst="rect">
            <a:avLst/>
          </a:prstGeom>
          <a:noFill/>
          <a:ln>
            <a:noFill/>
          </a:ln>
        </p:spPr>
      </p:pic>
      <p:sp>
        <p:nvSpPr>
          <p:cNvPr id="324" name="Google Shape;324;p29"/>
          <p:cNvSpPr txBox="1"/>
          <p:nvPr/>
        </p:nvSpPr>
        <p:spPr>
          <a:xfrm>
            <a:off x="449915" y="8440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64285"/>
              </a:lnSpc>
              <a:spcBef>
                <a:spcPts val="0"/>
              </a:spcBef>
              <a:spcAft>
                <a:spcPts val="0"/>
              </a:spcAft>
              <a:buClr>
                <a:srgbClr val="0000FF"/>
              </a:buClr>
              <a:buSzPts val="2800"/>
              <a:buFont typeface="Times New Roman"/>
              <a:buNone/>
            </a:pPr>
            <a:br>
              <a:rPr b="0" i="0" lang="en-US" sz="2800" u="none" cap="none" strike="noStrike">
                <a:solidFill>
                  <a:srgbClr val="0000FF"/>
                </a:solidFill>
                <a:highlight>
                  <a:srgbClr val="FFFF00"/>
                </a:highlight>
                <a:latin typeface="Times New Roman"/>
                <a:ea typeface="Times New Roman"/>
                <a:cs typeface="Times New Roman"/>
                <a:sym typeface="Times New Roman"/>
              </a:rPr>
            </a:br>
            <a:r>
              <a:rPr b="0" i="0" lang="en-US" sz="2800" u="none" cap="none" strike="noStrike">
                <a:solidFill>
                  <a:srgbClr val="0000FF"/>
                </a:solidFill>
                <a:highlight>
                  <a:srgbClr val="FFFF00"/>
                </a:highlight>
                <a:latin typeface="Times New Roman"/>
                <a:ea typeface="Times New Roman"/>
                <a:cs typeface="Times New Roman"/>
                <a:sym typeface="Times New Roman"/>
              </a:rPr>
              <a:t>SPECIFYING THE TASK ENVIRONMENT:</a:t>
            </a:r>
            <a:br>
              <a:rPr b="0" i="0" lang="en-US" sz="2800" u="none" cap="none" strike="noStrike">
                <a:solidFill>
                  <a:srgbClr val="0000FF"/>
                </a:solidFill>
                <a:highlight>
                  <a:srgbClr val="FFFF00"/>
                </a:highlight>
                <a:latin typeface="Times New Roman"/>
                <a:ea typeface="Times New Roman"/>
                <a:cs typeface="Times New Roman"/>
                <a:sym typeface="Times New Roman"/>
              </a:rPr>
            </a:br>
            <a:r>
              <a:rPr b="0" i="0" lang="en-US" sz="2800" u="none" cap="none" strike="noStrike">
                <a:solidFill>
                  <a:srgbClr val="0000FF"/>
                </a:solidFill>
                <a:highlight>
                  <a:srgbClr val="FFFF00"/>
                </a:highlight>
                <a:latin typeface="Times New Roman"/>
                <a:ea typeface="Times New Roman"/>
                <a:cs typeface="Times New Roman"/>
                <a:sym typeface="Times New Roman"/>
              </a:rPr>
              <a:t>PEAS DESCRIPTION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30"/>
          <p:cNvPicPr preferRelativeResize="0"/>
          <p:nvPr/>
        </p:nvPicPr>
        <p:blipFill rotWithShape="1">
          <a:blip r:embed="rId3">
            <a:alphaModFix/>
          </a:blip>
          <a:srcRect b="0" l="0" r="0" t="0"/>
          <a:stretch/>
        </p:blipFill>
        <p:spPr>
          <a:xfrm>
            <a:off x="227377" y="1960850"/>
            <a:ext cx="8625677" cy="4772459"/>
          </a:xfrm>
          <a:prstGeom prst="rect">
            <a:avLst/>
          </a:prstGeom>
          <a:noFill/>
          <a:ln>
            <a:noFill/>
          </a:ln>
        </p:spPr>
      </p:pic>
      <p:sp>
        <p:nvSpPr>
          <p:cNvPr id="330" name="Google Shape;330;p30"/>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PEAS Example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1"/>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36" name="Google Shape;336;p31"/>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Properties of Task Environments </a:t>
            </a:r>
            <a:endParaRPr b="0" i="0" sz="1400" u="none" cap="none" strike="noStrike">
              <a:solidFill>
                <a:srgbClr val="000000"/>
              </a:solidFill>
              <a:latin typeface="Arial"/>
              <a:ea typeface="Arial"/>
              <a:cs typeface="Arial"/>
              <a:sym typeface="Arial"/>
            </a:endParaRPr>
          </a:p>
        </p:txBody>
      </p:sp>
      <p:sp>
        <p:nvSpPr>
          <p:cNvPr id="337" name="Google Shape;337;p31"/>
          <p:cNvSpPr txBox="1"/>
          <p:nvPr/>
        </p:nvSpPr>
        <p:spPr>
          <a:xfrm>
            <a:off x="277089" y="2064986"/>
            <a:ext cx="8575963" cy="424731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Fully Observable vs Partially Observable </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When an agent sensor is capable to sense or access the complete state of an agent at each point in time, it is said to be a fully observable environment else it is partially observable.</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An environment is called unobservable when the agent has no sensors in all environments.</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rgbClr val="0000FF"/>
              </a:buClr>
              <a:buSzPts val="2100"/>
              <a:buFont typeface="Noto Sans Symbols"/>
              <a:buChar char="✔"/>
            </a:pPr>
            <a:r>
              <a:rPr b="0" i="0" lang="en-US" sz="2100" u="none" cap="none" strike="noStrike">
                <a:solidFill>
                  <a:srgbClr val="0000FF"/>
                </a:solidFill>
                <a:latin typeface="Times New Roman"/>
                <a:ea typeface="Times New Roman"/>
                <a:cs typeface="Times New Roman"/>
                <a:sym typeface="Times New Roman"/>
              </a:rPr>
              <a:t>Examples: </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100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Chess – the board is fully observable, and so are the opponent’s moves.</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100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Driving – the environment is partially observable because what’s around the corner is not known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1000"/>
              </a:spcBef>
              <a:spcAft>
                <a:spcPts val="0"/>
              </a:spcAft>
              <a:buClr>
                <a:schemeClr val="dk1"/>
              </a:buClr>
              <a:buSzPts val="1600"/>
              <a:buFont typeface="Noto Sans Symbols"/>
              <a:buNone/>
            </a:pPr>
            <a:r>
              <a:t/>
            </a:r>
            <a:endParaRPr b="0" i="0" sz="1600" u="none" cap="none" strike="noStrike">
              <a:solidFill>
                <a:srgbClr val="0000FF"/>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2"/>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43" name="Google Shape;343;p32"/>
          <p:cNvSpPr txBox="1"/>
          <p:nvPr/>
        </p:nvSpPr>
        <p:spPr>
          <a:xfrm>
            <a:off x="277089" y="2064986"/>
            <a:ext cx="8575963" cy="4257576"/>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Deterministic vs Stochastic </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When a uniqueness in the agent’s current state completely determines the next state of the agent, the environment is said to be deterministic.</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The stochastic environment is random in nature which is not unique and cannot be completely determined by the agent.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rgbClr val="0000FF"/>
              </a:buClr>
              <a:buSzPts val="2100"/>
              <a:buFont typeface="Noto Sans Symbols"/>
              <a:buChar char="✔"/>
            </a:pPr>
            <a:r>
              <a:rPr b="0" i="0" lang="en-US" sz="2100" u="none" cap="none" strike="noStrike">
                <a:solidFill>
                  <a:srgbClr val="0000FF"/>
                </a:solidFill>
                <a:latin typeface="Times New Roman"/>
                <a:ea typeface="Times New Roman"/>
                <a:cs typeface="Times New Roman"/>
                <a:sym typeface="Times New Roman"/>
              </a:rPr>
              <a:t>Examples</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100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Chess – there would be only a few possible moves for a coin at the current state and these moves can be determined.</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100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Self-Driving Cars- the actions of a self-driving car are not unique, it varies time to time.</a:t>
            </a:r>
            <a:endParaRPr b="0" i="0" sz="1400" u="none" cap="none" strike="noStrike">
              <a:solidFill>
                <a:srgbClr val="000000"/>
              </a:solidFill>
              <a:latin typeface="Arial"/>
              <a:ea typeface="Arial"/>
              <a:cs typeface="Arial"/>
              <a:sym typeface="Arial"/>
            </a:endParaRPr>
          </a:p>
          <a:p>
            <a:pPr indent="0" lvl="1" marL="457200" marR="0" rtl="0" algn="just">
              <a:lnSpc>
                <a:spcPct val="100000"/>
              </a:lnSpc>
              <a:spcBef>
                <a:spcPts val="0"/>
              </a:spcBef>
              <a:spcAft>
                <a:spcPts val="0"/>
              </a:spcAft>
              <a:buClr>
                <a:schemeClr val="dk1"/>
              </a:buClr>
              <a:buSzPts val="1400"/>
              <a:buFont typeface="Noto Sans Symbols"/>
              <a:buNone/>
            </a:pPr>
            <a:r>
              <a:t/>
            </a:r>
            <a:endParaRPr b="0" i="0" sz="1400" u="none" cap="none" strike="noStrike">
              <a:solidFill>
                <a:srgbClr val="0000FF"/>
              </a:solidFill>
              <a:latin typeface="Times New Roman"/>
              <a:ea typeface="Times New Roman"/>
              <a:cs typeface="Times New Roman"/>
              <a:sym typeface="Times New Roman"/>
            </a:endParaRPr>
          </a:p>
          <a:p>
            <a:pPr indent="0" lvl="2" marL="914400" marR="0" rtl="0" algn="l">
              <a:lnSpc>
                <a:spcPct val="100000"/>
              </a:lnSpc>
              <a:spcBef>
                <a:spcPts val="0"/>
              </a:spcBef>
              <a:spcAft>
                <a:spcPts val="0"/>
              </a:spcAft>
              <a:buClr>
                <a:schemeClr val="dk1"/>
              </a:buClr>
              <a:buSzPts val="1400"/>
              <a:buFont typeface="Noto Sans Symbols"/>
              <a:buNone/>
            </a:pPr>
            <a:r>
              <a:t/>
            </a:r>
            <a:endParaRPr b="0" i="0" sz="1400" u="none" cap="none" strike="noStrike">
              <a:solidFill>
                <a:srgbClr val="0000FF"/>
              </a:solidFill>
              <a:latin typeface="Times New Roman"/>
              <a:ea typeface="Times New Roman"/>
              <a:cs typeface="Times New Roman"/>
              <a:sym typeface="Times New Roman"/>
            </a:endParaRPr>
          </a:p>
        </p:txBody>
      </p:sp>
      <p:sp>
        <p:nvSpPr>
          <p:cNvPr id="344" name="Google Shape;344;p32"/>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Properties of Task Environments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3"/>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50" name="Google Shape;350;p33"/>
          <p:cNvSpPr txBox="1"/>
          <p:nvPr/>
        </p:nvSpPr>
        <p:spPr>
          <a:xfrm>
            <a:off x="277089" y="2064986"/>
            <a:ext cx="8575963" cy="3883114"/>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Competitive vs Collaborative</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An agent is said to be in a competitive environment when it competes against another agent to optimize the output.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The game of chess is competitive as the agents compete with each other to win the game which is the output.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An agent is said to be in a collaborative environment when multiple agents cooperate to produce the desired output.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When multiple self-driving cars are found on the roads, they cooperate with each other to avoid collisions and reach their destination which is the output desired.</a:t>
            </a:r>
            <a:endParaRPr b="0" i="0" sz="1400" u="none" cap="none" strike="noStrike">
              <a:solidFill>
                <a:srgbClr val="000000"/>
              </a:solidFill>
              <a:latin typeface="Arial"/>
              <a:ea typeface="Arial"/>
              <a:cs typeface="Arial"/>
              <a:sym typeface="Arial"/>
            </a:endParaRPr>
          </a:p>
        </p:txBody>
      </p:sp>
      <p:sp>
        <p:nvSpPr>
          <p:cNvPr id="351" name="Google Shape;351;p33"/>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Properties of Task Environments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4"/>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57" name="Google Shape;357;p34"/>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Properties of Task Environments </a:t>
            </a:r>
            <a:endParaRPr b="0" i="0" sz="1400" u="none" cap="none" strike="noStrike">
              <a:solidFill>
                <a:srgbClr val="000000"/>
              </a:solidFill>
              <a:latin typeface="Arial"/>
              <a:ea typeface="Arial"/>
              <a:cs typeface="Arial"/>
              <a:sym typeface="Arial"/>
            </a:endParaRPr>
          </a:p>
        </p:txBody>
      </p:sp>
      <p:sp>
        <p:nvSpPr>
          <p:cNvPr id="358" name="Google Shape;358;p34"/>
          <p:cNvSpPr txBox="1"/>
          <p:nvPr/>
        </p:nvSpPr>
        <p:spPr>
          <a:xfrm>
            <a:off x="277089" y="2064986"/>
            <a:ext cx="8575963" cy="3236784"/>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Single-agent vs Multi-agent </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An environment consisting of only one agent is said to be a single-agent environment.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 person left alone in a maze is an example of the single-agent system.</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An environment involving more than one agent is a multi-agent environment.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The game of football is multi-agent as it involves 11 players in each team.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5"/>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64" name="Google Shape;364;p35"/>
          <p:cNvSpPr txBox="1"/>
          <p:nvPr/>
        </p:nvSpPr>
        <p:spPr>
          <a:xfrm>
            <a:off x="277089" y="2064986"/>
            <a:ext cx="8575963" cy="380617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Dynamic vs Static </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An environment that keeps constantly changing itself when the agent is up with some action is said to be dynamic.</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 roller coaster ride is dynamic as it is set in motion and the environment keeps changing every instant.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An idle environment with no change in its state is called a static environment.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An empty house is static as there’s no change in the surroundings when an agent enters</a:t>
            </a:r>
            <a:endParaRPr b="0" i="0" sz="1400" u="none" cap="none" strike="noStrike">
              <a:solidFill>
                <a:srgbClr val="000000"/>
              </a:solidFill>
              <a:latin typeface="Arial"/>
              <a:ea typeface="Arial"/>
              <a:cs typeface="Arial"/>
              <a:sym typeface="Arial"/>
            </a:endParaRPr>
          </a:p>
          <a:p>
            <a:pPr indent="0" lvl="1" marL="457200" marR="0" rtl="0" algn="just">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65" name="Google Shape;365;p35"/>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Properties of Task Environments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6"/>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71" name="Google Shape;371;p36"/>
          <p:cNvSpPr txBox="1"/>
          <p:nvPr/>
        </p:nvSpPr>
        <p:spPr>
          <a:xfrm>
            <a:off x="277089" y="2064986"/>
            <a:ext cx="8575963" cy="201080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Episodic vs Sequential:</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In an episodic environment, there is a series of one-shot actions, and only the current percept is required for the action.</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However, in Sequential environment, an agent requires memory of past actions to determine the next best actions.</a:t>
            </a:r>
            <a:endParaRPr b="0" i="0" sz="1400" u="none" cap="none" strike="noStrike">
              <a:solidFill>
                <a:srgbClr val="000000"/>
              </a:solidFill>
              <a:latin typeface="Arial"/>
              <a:ea typeface="Arial"/>
              <a:cs typeface="Arial"/>
              <a:sym typeface="Arial"/>
            </a:endParaRPr>
          </a:p>
        </p:txBody>
      </p:sp>
      <p:sp>
        <p:nvSpPr>
          <p:cNvPr id="372" name="Google Shape;372;p36"/>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Properties of Task Environments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7"/>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78" name="Google Shape;378;p37"/>
          <p:cNvSpPr txBox="1"/>
          <p:nvPr/>
        </p:nvSpPr>
        <p:spPr>
          <a:xfrm>
            <a:off x="277089" y="2064986"/>
            <a:ext cx="8575963" cy="3883114"/>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Discrete vs Continuous </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If an environment consists of a finite number of actions that can be deliberated in the environment to obtain the output, it is said to be a discrete environment.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The game of chess is discrete as it has only a finite number of moves. The number of moves might vary with every game, but still, it’s finite.</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The environment in which the actions are performed cannot be numbered i.e. is not discrete, is said to be continuous.</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chemeClr val="dk1"/>
              </a:buClr>
              <a:buSzPts val="2100"/>
              <a:buFont typeface="Noto Sans Symbols"/>
              <a:buChar char="✔"/>
            </a:pPr>
            <a:r>
              <a:rPr b="0" i="0" lang="en-US" sz="2100" u="none" cap="none" strike="noStrike">
                <a:solidFill>
                  <a:schemeClr val="dk1"/>
                </a:solidFill>
                <a:latin typeface="Times New Roman"/>
                <a:ea typeface="Times New Roman"/>
                <a:cs typeface="Times New Roman"/>
                <a:sym typeface="Times New Roman"/>
              </a:rPr>
              <a:t>Self-driving cars are an example of continuous environments as their actions are driving, parking, etc. which cannot be numbered</a:t>
            </a:r>
            <a:endParaRPr b="0" i="0" sz="1400" u="none" cap="none" strike="noStrike">
              <a:solidFill>
                <a:srgbClr val="000000"/>
              </a:solidFill>
              <a:latin typeface="Arial"/>
              <a:ea typeface="Arial"/>
              <a:cs typeface="Arial"/>
              <a:sym typeface="Arial"/>
            </a:endParaRPr>
          </a:p>
        </p:txBody>
      </p:sp>
      <p:sp>
        <p:nvSpPr>
          <p:cNvPr id="379" name="Google Shape;379;p37"/>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Properties of Task Environments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8"/>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85" name="Google Shape;385;p38"/>
          <p:cNvSpPr txBox="1"/>
          <p:nvPr/>
        </p:nvSpPr>
        <p:spPr>
          <a:xfrm>
            <a:off x="277089" y="2064986"/>
            <a:ext cx="8575963" cy="4683333"/>
          </a:xfrm>
          <a:prstGeom prst="rect">
            <a:avLst/>
          </a:prstGeom>
          <a:noFill/>
          <a:ln>
            <a:noFill/>
          </a:ln>
        </p:spPr>
        <p:txBody>
          <a:bodyPr anchorCtr="0" anchor="t" bIns="45700" lIns="91425" spcFirstLastPara="1" rIns="91425" wrap="square" tIns="45700">
            <a:spAutoFit/>
          </a:bodyPr>
          <a:lstStyle/>
          <a:p>
            <a:pPr indent="-139700" lvl="0" marL="0" marR="0" rtl="0" algn="just">
              <a:lnSpc>
                <a:spcPct val="100000"/>
              </a:lnSpc>
              <a:spcBef>
                <a:spcPts val="0"/>
              </a:spcBef>
              <a:spcAft>
                <a:spcPts val="0"/>
              </a:spcAft>
              <a:buClr>
                <a:srgbClr val="0000FF"/>
              </a:buClr>
              <a:buSzPts val="2200"/>
              <a:buFont typeface="Noto Sans Symbols"/>
              <a:buChar char="✔"/>
            </a:pPr>
            <a:r>
              <a:rPr b="0" i="0" lang="en-US" sz="2200" u="none" cap="none" strike="noStrike">
                <a:solidFill>
                  <a:srgbClr val="0000FF"/>
                </a:solidFill>
                <a:latin typeface="Times New Roman"/>
                <a:ea typeface="Times New Roman"/>
                <a:cs typeface="Times New Roman"/>
                <a:sym typeface="Times New Roman"/>
              </a:rPr>
              <a:t>The task of AI is to design an agent program which implements the agent function</a:t>
            </a:r>
            <a:endParaRPr b="0" i="0" sz="1400" u="none" cap="none" strike="noStrike">
              <a:solidFill>
                <a:srgbClr val="000000"/>
              </a:solidFill>
              <a:latin typeface="Arial"/>
              <a:ea typeface="Arial"/>
              <a:cs typeface="Arial"/>
              <a:sym typeface="Arial"/>
            </a:endParaRPr>
          </a:p>
          <a:p>
            <a:pPr indent="-139700" lvl="0" marL="0" marR="0" rtl="0" algn="just">
              <a:lnSpc>
                <a:spcPct val="100000"/>
              </a:lnSpc>
              <a:spcBef>
                <a:spcPts val="1000"/>
              </a:spcBef>
              <a:spcAft>
                <a:spcPts val="0"/>
              </a:spcAft>
              <a:buClr>
                <a:srgbClr val="0000FF"/>
              </a:buClr>
              <a:buSzPts val="2200"/>
              <a:buFont typeface="Noto Sans Symbols"/>
              <a:buChar char="✔"/>
            </a:pPr>
            <a:r>
              <a:rPr b="0" i="0" lang="en-US" sz="2200" u="none" cap="none" strike="noStrike">
                <a:solidFill>
                  <a:srgbClr val="0000FF"/>
                </a:solidFill>
                <a:latin typeface="Times New Roman"/>
                <a:ea typeface="Times New Roman"/>
                <a:cs typeface="Times New Roman"/>
                <a:sym typeface="Times New Roman"/>
              </a:rPr>
              <a:t>The structure of an intelligent agent is a combination of architecture and agent program</a:t>
            </a:r>
            <a:endParaRPr b="0" i="0" sz="1400" u="none" cap="none" strike="noStrike">
              <a:solidFill>
                <a:srgbClr val="000000"/>
              </a:solidFill>
              <a:latin typeface="Arial"/>
              <a:ea typeface="Arial"/>
              <a:cs typeface="Arial"/>
              <a:sym typeface="Arial"/>
            </a:endParaRPr>
          </a:p>
          <a:p>
            <a:pPr indent="-139700" lvl="0" marL="0" marR="0" rtl="0" algn="just">
              <a:lnSpc>
                <a:spcPct val="100000"/>
              </a:lnSpc>
              <a:spcBef>
                <a:spcPts val="1000"/>
              </a:spcBef>
              <a:spcAft>
                <a:spcPts val="0"/>
              </a:spcAft>
              <a:buClr>
                <a:srgbClr val="0000FF"/>
              </a:buClr>
              <a:buSzPts val="2200"/>
              <a:buFont typeface="Noto Sans Symbols"/>
              <a:buChar char="✔"/>
            </a:pPr>
            <a:r>
              <a:rPr b="0" i="0" lang="en-US" sz="2200" u="none" cap="none" strike="noStrike">
                <a:solidFill>
                  <a:srgbClr val="0000FF"/>
                </a:solidFill>
                <a:latin typeface="Times New Roman"/>
                <a:ea typeface="Times New Roman"/>
                <a:cs typeface="Times New Roman"/>
                <a:sym typeface="Times New Roman"/>
              </a:rPr>
              <a:t>It can be viewed as:</a:t>
            </a:r>
            <a:endParaRPr b="0" i="0" sz="1400" u="none" cap="none" strike="noStrike">
              <a:solidFill>
                <a:srgbClr val="000000"/>
              </a:solidFill>
              <a:latin typeface="Arial"/>
              <a:ea typeface="Arial"/>
              <a:cs typeface="Arial"/>
              <a:sym typeface="Arial"/>
            </a:endParaRPr>
          </a:p>
          <a:p>
            <a:pPr indent="-114300" lvl="1" marL="457200" marR="0" rtl="0" algn="just">
              <a:lnSpc>
                <a:spcPct val="100000"/>
              </a:lnSpc>
              <a:spcBef>
                <a:spcPts val="1000"/>
              </a:spcBef>
              <a:spcAft>
                <a:spcPts val="0"/>
              </a:spcAft>
              <a:buClr>
                <a:srgbClr val="FF0000"/>
              </a:buClr>
              <a:buSzPts val="1800"/>
              <a:buFont typeface="Noto Sans Symbols"/>
              <a:buChar char="⮚"/>
            </a:pPr>
            <a:r>
              <a:rPr b="0" i="0" lang="en-US" sz="1800" u="none" cap="none" strike="noStrike">
                <a:solidFill>
                  <a:srgbClr val="FF0000"/>
                </a:solidFill>
                <a:latin typeface="Times New Roman"/>
                <a:ea typeface="Times New Roman"/>
                <a:cs typeface="Times New Roman"/>
                <a:sym typeface="Times New Roman"/>
              </a:rPr>
              <a:t>Agent = Architecture + Agent program  </a:t>
            </a:r>
            <a:endParaRPr b="0" i="0" sz="1400" u="none" cap="none" strike="noStrike">
              <a:solidFill>
                <a:srgbClr val="000000"/>
              </a:solidFill>
              <a:latin typeface="Arial"/>
              <a:ea typeface="Arial"/>
              <a:cs typeface="Arial"/>
              <a:sym typeface="Arial"/>
            </a:endParaRPr>
          </a:p>
          <a:p>
            <a:pPr indent="-139700" lvl="0" marL="0" marR="0" rtl="0" algn="just">
              <a:lnSpc>
                <a:spcPct val="100000"/>
              </a:lnSpc>
              <a:spcBef>
                <a:spcPts val="0"/>
              </a:spcBef>
              <a:spcAft>
                <a:spcPts val="0"/>
              </a:spcAft>
              <a:buClr>
                <a:srgbClr val="0000FF"/>
              </a:buClr>
              <a:buSzPts val="2200"/>
              <a:buFont typeface="Noto Sans Symbols"/>
              <a:buChar char="✔"/>
            </a:pPr>
            <a:r>
              <a:rPr b="0" i="0" lang="en-US" sz="2200" u="none" cap="none" strike="noStrike">
                <a:solidFill>
                  <a:srgbClr val="0000FF"/>
                </a:solidFill>
                <a:latin typeface="Times New Roman"/>
                <a:ea typeface="Times New Roman"/>
                <a:cs typeface="Times New Roman"/>
                <a:sym typeface="Times New Roman"/>
              </a:rPr>
              <a:t>Obviously, the program we choose has to be one that is appropriate for the architecture</a:t>
            </a:r>
            <a:endParaRPr b="0" i="0" sz="1400" u="none" cap="none" strike="noStrike">
              <a:solidFill>
                <a:srgbClr val="000000"/>
              </a:solidFill>
              <a:latin typeface="Arial"/>
              <a:ea typeface="Arial"/>
              <a:cs typeface="Arial"/>
              <a:sym typeface="Arial"/>
            </a:endParaRPr>
          </a:p>
          <a:p>
            <a:pPr indent="-114300" lvl="1" marL="457200" marR="0" rtl="0" algn="just">
              <a:lnSpc>
                <a:spcPct val="100000"/>
              </a:lnSpc>
              <a:spcBef>
                <a:spcPts val="0"/>
              </a:spcBef>
              <a:spcAft>
                <a:spcPts val="0"/>
              </a:spcAft>
              <a:buClr>
                <a:srgbClr val="0000FF"/>
              </a:buClr>
              <a:buSzPts val="1800"/>
              <a:buFont typeface="Noto Sans Symbols"/>
              <a:buChar char="✔"/>
            </a:pPr>
            <a:r>
              <a:rPr b="0" i="0" lang="en-US" sz="1800" u="none" cap="none" strike="noStrike">
                <a:solidFill>
                  <a:srgbClr val="0000FF"/>
                </a:solidFill>
                <a:latin typeface="Times New Roman"/>
                <a:ea typeface="Times New Roman"/>
                <a:cs typeface="Times New Roman"/>
                <a:sym typeface="Times New Roman"/>
              </a:rPr>
              <a:t>If the program is going to recommend actions like </a:t>
            </a:r>
            <a:r>
              <a:rPr b="1" i="0" lang="en-US" sz="1800" u="none" cap="none" strike="noStrike">
                <a:solidFill>
                  <a:srgbClr val="0000FF"/>
                </a:solidFill>
                <a:latin typeface="Times New Roman"/>
                <a:ea typeface="Times New Roman"/>
                <a:cs typeface="Times New Roman"/>
                <a:sym typeface="Times New Roman"/>
              </a:rPr>
              <a:t>Walk</a:t>
            </a:r>
            <a:r>
              <a:rPr b="0" i="0" lang="en-US" sz="1800" u="none" cap="none" strike="noStrike">
                <a:solidFill>
                  <a:srgbClr val="0000FF"/>
                </a:solidFill>
                <a:latin typeface="Times New Roman"/>
                <a:ea typeface="Times New Roman"/>
                <a:cs typeface="Times New Roman"/>
                <a:sym typeface="Times New Roman"/>
              </a:rPr>
              <a:t>, the architecture had better have </a:t>
            </a:r>
            <a:r>
              <a:rPr b="1" i="0" lang="en-US" sz="1800" u="none" cap="none" strike="noStrike">
                <a:solidFill>
                  <a:srgbClr val="0000FF"/>
                </a:solidFill>
                <a:latin typeface="Times New Roman"/>
                <a:ea typeface="Times New Roman"/>
                <a:cs typeface="Times New Roman"/>
                <a:sym typeface="Times New Roman"/>
              </a:rPr>
              <a:t>legs</a:t>
            </a:r>
            <a:endParaRPr b="0" i="0" sz="1400" u="none" cap="none" strike="noStrike">
              <a:solidFill>
                <a:srgbClr val="000000"/>
              </a:solidFill>
              <a:latin typeface="Arial"/>
              <a:ea typeface="Arial"/>
              <a:cs typeface="Arial"/>
              <a:sym typeface="Arial"/>
            </a:endParaRPr>
          </a:p>
          <a:p>
            <a:pPr indent="-114300" lvl="1" marL="457200" marR="0" rtl="0" algn="just">
              <a:lnSpc>
                <a:spcPct val="100000"/>
              </a:lnSpc>
              <a:spcBef>
                <a:spcPts val="0"/>
              </a:spcBef>
              <a:spcAft>
                <a:spcPts val="0"/>
              </a:spcAft>
              <a:buClr>
                <a:srgbClr val="0000FF"/>
              </a:buClr>
              <a:buSzPts val="1800"/>
              <a:buFont typeface="Noto Sans Symbols"/>
              <a:buChar char="✔"/>
            </a:pPr>
            <a:r>
              <a:rPr b="0" i="0" lang="en-US" sz="1800" u="none" cap="none" strike="noStrike">
                <a:solidFill>
                  <a:srgbClr val="0000FF"/>
                </a:solidFill>
                <a:latin typeface="Times New Roman"/>
                <a:ea typeface="Times New Roman"/>
                <a:cs typeface="Times New Roman"/>
                <a:sym typeface="Times New Roman"/>
              </a:rPr>
              <a:t>The architecture might be just an ordinary PC, or it might be a robotic car with several onboard computers, cameras, and other sensors.</a:t>
            </a:r>
            <a:endParaRPr b="0" i="0" sz="1400" u="none" cap="none" strike="noStrike">
              <a:solidFill>
                <a:srgbClr val="000000"/>
              </a:solidFill>
              <a:latin typeface="Arial"/>
              <a:ea typeface="Arial"/>
              <a:cs typeface="Arial"/>
              <a:sym typeface="Arial"/>
            </a:endParaRPr>
          </a:p>
          <a:p>
            <a:pPr indent="0" lvl="1" marL="457200" marR="0" rtl="0" algn="just">
              <a:lnSpc>
                <a:spcPct val="100000"/>
              </a:lnSpc>
              <a:spcBef>
                <a:spcPts val="1000"/>
              </a:spcBef>
              <a:spcAft>
                <a:spcPts val="0"/>
              </a:spcAft>
              <a:buClr>
                <a:schemeClr val="dk1"/>
              </a:buClr>
              <a:buSzPts val="2100"/>
              <a:buFont typeface="Noto Sans Symbols"/>
              <a:buNone/>
            </a:pPr>
            <a:r>
              <a:t/>
            </a:r>
            <a:endParaRPr b="0" i="0" sz="2100" u="none" cap="none" strike="noStrike">
              <a:solidFill>
                <a:srgbClr val="FF0000"/>
              </a:solidFill>
              <a:latin typeface="Times New Roman"/>
              <a:ea typeface="Times New Roman"/>
              <a:cs typeface="Times New Roman"/>
              <a:sym typeface="Times New Roman"/>
            </a:endParaRPr>
          </a:p>
        </p:txBody>
      </p:sp>
      <p:sp>
        <p:nvSpPr>
          <p:cNvPr id="386" name="Google Shape;386;p38"/>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Structure of an AI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nvSpPr>
        <p:spPr>
          <a:xfrm>
            <a:off x="284673" y="2059176"/>
            <a:ext cx="8557402" cy="405970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92" name="Google Shape;392;p39"/>
          <p:cNvSpPr txBox="1"/>
          <p:nvPr/>
        </p:nvSpPr>
        <p:spPr>
          <a:xfrm>
            <a:off x="277089" y="2064986"/>
            <a:ext cx="8575963" cy="4396075"/>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Following are the main three terms involved in the structure of an AI agent:</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rgbClr val="FF0000"/>
              </a:buClr>
              <a:buSzPts val="2100"/>
              <a:buFont typeface="Noto Sans Symbols"/>
              <a:buChar char="⮚"/>
            </a:pPr>
            <a:r>
              <a:rPr b="0" i="0" lang="en-US" sz="2100" u="none" cap="none" strike="noStrike">
                <a:solidFill>
                  <a:srgbClr val="FF0000"/>
                </a:solidFill>
                <a:latin typeface="Times New Roman"/>
                <a:ea typeface="Times New Roman"/>
                <a:cs typeface="Times New Roman"/>
                <a:sym typeface="Times New Roman"/>
              </a:rPr>
              <a:t>Architecture</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100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Architecture is machinery that an AI agent executes on.</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rgbClr val="FF0000"/>
              </a:buClr>
              <a:buSzPts val="2100"/>
              <a:buFont typeface="Noto Sans Symbols"/>
              <a:buChar char="⮚"/>
            </a:pPr>
            <a:r>
              <a:rPr b="0" i="0" lang="en-US" sz="2100" u="none" cap="none" strike="noStrike">
                <a:solidFill>
                  <a:srgbClr val="FF0000"/>
                </a:solidFill>
                <a:latin typeface="Times New Roman"/>
                <a:ea typeface="Times New Roman"/>
                <a:cs typeface="Times New Roman"/>
                <a:sym typeface="Times New Roman"/>
              </a:rPr>
              <a:t>Agent Function</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100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Agent function is used to map a percept to an action.</a:t>
            </a:r>
            <a:endParaRPr b="0" i="0" sz="1400" u="none" cap="none" strike="noStrike">
              <a:solidFill>
                <a:srgbClr val="000000"/>
              </a:solidFill>
              <a:latin typeface="Arial"/>
              <a:ea typeface="Arial"/>
              <a:cs typeface="Arial"/>
              <a:sym typeface="Arial"/>
            </a:endParaRPr>
          </a:p>
          <a:p>
            <a:pPr indent="-133350" lvl="1" marL="457200" marR="0" rtl="0" algn="just">
              <a:lnSpc>
                <a:spcPct val="100000"/>
              </a:lnSpc>
              <a:spcBef>
                <a:spcPts val="1000"/>
              </a:spcBef>
              <a:spcAft>
                <a:spcPts val="0"/>
              </a:spcAft>
              <a:buClr>
                <a:srgbClr val="FF0000"/>
              </a:buClr>
              <a:buSzPts val="2100"/>
              <a:buFont typeface="Noto Sans Symbols"/>
              <a:buChar char="⮚"/>
            </a:pPr>
            <a:r>
              <a:rPr b="0" i="0" lang="en-US" sz="2100" u="none" cap="none" strike="noStrike">
                <a:solidFill>
                  <a:srgbClr val="FF0000"/>
                </a:solidFill>
                <a:latin typeface="Times New Roman"/>
                <a:ea typeface="Times New Roman"/>
                <a:cs typeface="Times New Roman"/>
                <a:sym typeface="Times New Roman"/>
              </a:rPr>
              <a:t>Agent program</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100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Agent program is an implementation of agent function</a:t>
            </a:r>
            <a:endParaRPr b="0" i="0" sz="1400" u="none" cap="none" strike="noStrike">
              <a:solidFill>
                <a:srgbClr val="000000"/>
              </a:solidFill>
              <a:latin typeface="Arial"/>
              <a:ea typeface="Arial"/>
              <a:cs typeface="Arial"/>
              <a:sym typeface="Arial"/>
            </a:endParaRPr>
          </a:p>
          <a:p>
            <a:pPr indent="-114300" lvl="2" marL="914400" marR="0" rtl="0" algn="just">
              <a:lnSpc>
                <a:spcPct val="100000"/>
              </a:lnSpc>
              <a:spcBef>
                <a:spcPts val="100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An agent program executes on the physical architecture to produce function f</a:t>
            </a:r>
            <a:r>
              <a:rPr b="0" i="0" lang="en-US" sz="2400" u="none" cap="none" strike="noStrike">
                <a:solidFill>
                  <a:srgbClr val="0000FF"/>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1" marL="457200" marR="0" rtl="0" algn="just">
              <a:lnSpc>
                <a:spcPct val="100000"/>
              </a:lnSpc>
              <a:spcBef>
                <a:spcPts val="1000"/>
              </a:spcBef>
              <a:spcAft>
                <a:spcPts val="0"/>
              </a:spcAft>
              <a:buClr>
                <a:schemeClr val="dk1"/>
              </a:buClr>
              <a:buSzPts val="2100"/>
              <a:buFont typeface="Noto Sans Symbols"/>
              <a:buNone/>
            </a:pPr>
            <a:r>
              <a:t/>
            </a:r>
            <a:endParaRPr b="0" i="0" sz="2100" u="none" cap="none" strike="noStrike">
              <a:solidFill>
                <a:schemeClr val="dk1"/>
              </a:solidFill>
              <a:latin typeface="Times New Roman"/>
              <a:ea typeface="Times New Roman"/>
              <a:cs typeface="Times New Roman"/>
              <a:sym typeface="Times New Roman"/>
            </a:endParaRPr>
          </a:p>
        </p:txBody>
      </p:sp>
      <p:sp>
        <p:nvSpPr>
          <p:cNvPr id="393" name="Google Shape;393;p39"/>
          <p:cNvSpPr txBox="1"/>
          <p:nvPr/>
        </p:nvSpPr>
        <p:spPr>
          <a:xfrm>
            <a:off x="430865" y="424988"/>
            <a:ext cx="8411209" cy="807677"/>
          </a:xfrm>
          <a:prstGeom prst="rect">
            <a:avLst/>
          </a:prstGeom>
          <a:no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Structure of an AI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txBox="1"/>
          <p:nvPr/>
        </p:nvSpPr>
        <p:spPr>
          <a:xfrm>
            <a:off x="284672" y="2067950"/>
            <a:ext cx="8574656" cy="4790049"/>
          </a:xfrm>
          <a:prstGeom prst="rect">
            <a:avLst/>
          </a:prstGeom>
          <a:noFill/>
          <a:ln>
            <a:noFill/>
          </a:ln>
        </p:spPr>
        <p:txBody>
          <a:bodyPr anchorCtr="0" anchor="t" bIns="45700" lIns="91425" spcFirstLastPara="1" rIns="91425" wrap="square" tIns="45700">
            <a:normAutofit/>
          </a:bodyPr>
          <a:lstStyle/>
          <a:p>
            <a:pPr indent="-137160" lvl="0" marL="0" marR="0" rtl="0" algn="just">
              <a:lnSpc>
                <a:spcPct val="100000"/>
              </a:lnSpc>
              <a:spcBef>
                <a:spcPts val="0"/>
              </a:spcBef>
              <a:spcAft>
                <a:spcPts val="0"/>
              </a:spcAft>
              <a:buClr>
                <a:srgbClr val="A5A5A5"/>
              </a:buClr>
              <a:buSzPts val="2160"/>
              <a:buFont typeface="Noto Sans Symbols"/>
              <a:buChar char="⮚"/>
            </a:pPr>
            <a:r>
              <a:rPr b="1" i="0" lang="en-US" sz="2400" u="none" cap="none" strike="noStrike">
                <a:solidFill>
                  <a:srgbClr val="0000FF"/>
                </a:solidFill>
                <a:latin typeface="Times New Roman"/>
                <a:ea typeface="Times New Roman"/>
                <a:cs typeface="Times New Roman"/>
                <a:sym typeface="Times New Roman"/>
              </a:rPr>
              <a:t>Table-driven agents</a:t>
            </a:r>
            <a:endParaRPr b="0" i="0" sz="1400" u="none" cap="none" strike="noStrike">
              <a:solidFill>
                <a:srgbClr val="000000"/>
              </a:solidFill>
              <a:latin typeface="Arial"/>
              <a:ea typeface="Arial"/>
              <a:cs typeface="Arial"/>
              <a:sym typeface="Arial"/>
            </a:endParaRPr>
          </a:p>
          <a:p>
            <a:pPr indent="-120015" lvl="1" marL="457200" marR="0" rtl="0" algn="just">
              <a:lnSpc>
                <a:spcPct val="100000"/>
              </a:lnSpc>
              <a:spcBef>
                <a:spcPts val="600"/>
              </a:spcBef>
              <a:spcAft>
                <a:spcPts val="0"/>
              </a:spcAft>
              <a:buClr>
                <a:srgbClr val="3F3F3F"/>
              </a:buClr>
              <a:buSzPts val="1890"/>
              <a:buFont typeface="Noto Sans Symbols"/>
              <a:buChar char="⮚"/>
            </a:pPr>
            <a:r>
              <a:rPr b="0" i="0" lang="en-US" sz="2100" u="none" cap="none" strike="noStrike">
                <a:solidFill>
                  <a:srgbClr val="0000FF"/>
                </a:solidFill>
                <a:latin typeface="Times New Roman"/>
                <a:ea typeface="Times New Roman"/>
                <a:cs typeface="Times New Roman"/>
                <a:sym typeface="Times New Roman"/>
              </a:rPr>
              <a:t>It consists in a lookup table of actions to be taken for every possible state of the environment.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If the environment has </a:t>
            </a:r>
            <a:r>
              <a:rPr b="1" i="0" lang="en-US" sz="2400" u="none" cap="none" strike="noStrike">
                <a:solidFill>
                  <a:srgbClr val="0000FF"/>
                </a:solidFill>
                <a:latin typeface="Times New Roman"/>
                <a:ea typeface="Times New Roman"/>
                <a:cs typeface="Times New Roman"/>
                <a:sym typeface="Times New Roman"/>
              </a:rPr>
              <a:t>n</a:t>
            </a:r>
            <a:r>
              <a:rPr b="0" i="0" lang="en-US" sz="2400" u="none" cap="none" strike="noStrike">
                <a:solidFill>
                  <a:srgbClr val="0000FF"/>
                </a:solidFill>
                <a:latin typeface="Times New Roman"/>
                <a:ea typeface="Times New Roman"/>
                <a:cs typeface="Times New Roman"/>
                <a:sym typeface="Times New Roman"/>
              </a:rPr>
              <a:t> variables, each with </a:t>
            </a:r>
            <a:r>
              <a:rPr b="1" i="0" lang="en-US" sz="2400" u="none" cap="none" strike="noStrike">
                <a:solidFill>
                  <a:srgbClr val="0000FF"/>
                </a:solidFill>
                <a:latin typeface="Times New Roman"/>
                <a:ea typeface="Times New Roman"/>
                <a:cs typeface="Times New Roman"/>
                <a:sym typeface="Times New Roman"/>
              </a:rPr>
              <a:t>t</a:t>
            </a:r>
            <a:r>
              <a:rPr b="0" i="0" lang="en-US" sz="2400" u="none" cap="none" strike="noStrike">
                <a:solidFill>
                  <a:srgbClr val="0000FF"/>
                </a:solidFill>
                <a:latin typeface="Times New Roman"/>
                <a:ea typeface="Times New Roman"/>
                <a:cs typeface="Times New Roman"/>
                <a:sym typeface="Times New Roman"/>
              </a:rPr>
              <a:t> possible states, then the table size is </a:t>
            </a:r>
            <a:r>
              <a:rPr b="1" i="0" lang="en-US" sz="2400" u="none" cap="none" strike="noStrike">
                <a:solidFill>
                  <a:srgbClr val="0000FF"/>
                </a:solidFill>
                <a:latin typeface="Times New Roman"/>
                <a:ea typeface="Times New Roman"/>
                <a:cs typeface="Times New Roman"/>
                <a:sym typeface="Times New Roman"/>
              </a:rPr>
              <a:t>t</a:t>
            </a:r>
            <a:r>
              <a:rPr b="1" baseline="30000" i="0" lang="en-US" sz="2400" u="none" cap="none" strike="noStrike">
                <a:solidFill>
                  <a:srgbClr val="0000FF"/>
                </a:solidFill>
                <a:latin typeface="Times New Roman"/>
                <a:ea typeface="Times New Roman"/>
                <a:cs typeface="Times New Roman"/>
                <a:sym typeface="Times New Roman"/>
              </a:rPr>
              <a:t>n</a:t>
            </a:r>
            <a:r>
              <a:rPr b="0" i="0" lang="en-US" sz="2400" u="none" cap="none" strike="noStrike">
                <a:solidFill>
                  <a:srgbClr val="0000FF"/>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Only works for a small number of possible states for the environment.</a:t>
            </a:r>
            <a:endParaRPr b="0" i="0" sz="1400" u="none" cap="none" strike="noStrike">
              <a:solidFill>
                <a:srgbClr val="000000"/>
              </a:solidFill>
              <a:latin typeface="Arial"/>
              <a:ea typeface="Arial"/>
              <a:cs typeface="Arial"/>
              <a:sym typeface="Arial"/>
            </a:endParaRPr>
          </a:p>
        </p:txBody>
      </p:sp>
      <p:sp>
        <p:nvSpPr>
          <p:cNvPr id="399" name="Google Shape;399;p40"/>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27777"/>
              </a:lnSpc>
              <a:spcBef>
                <a:spcPts val="0"/>
              </a:spcBef>
              <a:spcAft>
                <a:spcPts val="0"/>
              </a:spcAft>
              <a:buClr>
                <a:srgbClr val="0000FF"/>
              </a:buClr>
              <a:buSzPts val="3600"/>
              <a:buFont typeface="Times New Roman"/>
              <a:buNone/>
            </a:pPr>
            <a:r>
              <a:rPr b="0" i="0" lang="en-US" sz="3600" u="none" cap="none" strike="noStrike">
                <a:solidFill>
                  <a:srgbClr val="0000FF"/>
                </a:solidFill>
                <a:highlight>
                  <a:srgbClr val="FFFF00"/>
                </a:highlight>
                <a:latin typeface="Times New Roman"/>
                <a:ea typeface="Times New Roman"/>
                <a:cs typeface="Times New Roman"/>
                <a:sym typeface="Times New Roman"/>
              </a:rPr>
              <a:t>Table Driven Agents: Agent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41"/>
          <p:cNvPicPr preferRelativeResize="0"/>
          <p:nvPr/>
        </p:nvPicPr>
        <p:blipFill rotWithShape="1">
          <a:blip r:embed="rId3">
            <a:alphaModFix/>
          </a:blip>
          <a:srcRect b="0" l="0" r="0" t="0"/>
          <a:stretch/>
        </p:blipFill>
        <p:spPr>
          <a:xfrm>
            <a:off x="284672" y="2060194"/>
            <a:ext cx="8531524" cy="3322697"/>
          </a:xfrm>
          <a:prstGeom prst="rect">
            <a:avLst/>
          </a:prstGeom>
          <a:noFill/>
          <a:ln>
            <a:noFill/>
          </a:ln>
        </p:spPr>
      </p:pic>
      <p:sp>
        <p:nvSpPr>
          <p:cNvPr id="405" name="Google Shape;405;p41"/>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Table Driven Agents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42"/>
          <p:cNvPicPr preferRelativeResize="0"/>
          <p:nvPr/>
        </p:nvPicPr>
        <p:blipFill rotWithShape="1">
          <a:blip r:embed="rId3">
            <a:alphaModFix/>
          </a:blip>
          <a:srcRect b="0" l="0" r="0" t="0"/>
          <a:stretch/>
        </p:blipFill>
        <p:spPr>
          <a:xfrm>
            <a:off x="1449238" y="1999019"/>
            <a:ext cx="5865959" cy="4173182"/>
          </a:xfrm>
          <a:prstGeom prst="rect">
            <a:avLst/>
          </a:prstGeom>
          <a:noFill/>
          <a:ln>
            <a:noFill/>
          </a:ln>
        </p:spPr>
      </p:pic>
      <p:sp>
        <p:nvSpPr>
          <p:cNvPr id="411" name="Google Shape;411;p42"/>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43750"/>
              </a:lnSpc>
              <a:spcBef>
                <a:spcPts val="0"/>
              </a:spcBef>
              <a:spcAft>
                <a:spcPts val="0"/>
              </a:spcAft>
              <a:buClr>
                <a:srgbClr val="0000FF"/>
              </a:buClr>
              <a:buSzPts val="3200"/>
              <a:buFont typeface="Times New Roman"/>
              <a:buNone/>
            </a:pPr>
            <a:r>
              <a:rPr b="0" i="0" lang="en-US" sz="3200" u="none" cap="none" strike="noStrike">
                <a:solidFill>
                  <a:srgbClr val="0000FF"/>
                </a:solidFill>
                <a:highlight>
                  <a:srgbClr val="FFFF00"/>
                </a:highlight>
                <a:latin typeface="Times New Roman"/>
                <a:ea typeface="Times New Roman"/>
                <a:cs typeface="Times New Roman"/>
                <a:sym typeface="Times New Roman"/>
              </a:rPr>
              <a:t> Vacuum Cleaning Agents: Table Driven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3"/>
          <p:cNvSpPr txBox="1"/>
          <p:nvPr/>
        </p:nvSpPr>
        <p:spPr>
          <a:xfrm>
            <a:off x="263235" y="2161309"/>
            <a:ext cx="8552961" cy="3771947"/>
          </a:xfrm>
          <a:prstGeom prst="rect">
            <a:avLst/>
          </a:prstGeom>
          <a:noFill/>
          <a:ln>
            <a:noFill/>
          </a:ln>
        </p:spPr>
        <p:txBody>
          <a:bodyPr anchorCtr="0" anchor="t" bIns="45700" lIns="91425" spcFirstLastPara="1" rIns="91425" wrap="square" tIns="45700">
            <a:noAutofit/>
          </a:bodyPr>
          <a:lstStyle/>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No physical agent in this universe will have the space to store the table,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No agent could ever learn all the right table entries from its experience, and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a:p>
            <a:pPr indent="-137160" lvl="0" marL="0" marR="0" rtl="0" algn="just">
              <a:lnSpc>
                <a:spcPct val="100000"/>
              </a:lnSpc>
              <a:spcBef>
                <a:spcPts val="0"/>
              </a:spcBef>
              <a:spcAft>
                <a:spcPts val="0"/>
              </a:spcAft>
              <a:buClr>
                <a:srgbClr val="A5A5A5"/>
              </a:buClr>
              <a:buSzPts val="2160"/>
              <a:buFont typeface="Noto Sans Symbols"/>
              <a:buChar char="⮚"/>
            </a:pPr>
            <a:r>
              <a:rPr b="0" i="0" lang="en-US" sz="2400" u="none" cap="none" strike="noStrike">
                <a:solidFill>
                  <a:srgbClr val="0000FF"/>
                </a:solidFill>
                <a:latin typeface="Times New Roman"/>
                <a:ea typeface="Times New Roman"/>
                <a:cs typeface="Times New Roman"/>
                <a:sym typeface="Times New Roman"/>
              </a:rPr>
              <a:t>Even if the environment is simple enough to yield a feasible table size,  the designer still has no guidance about how to fill in the table entries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2160"/>
              <a:buFont typeface="Noto Sans Symbols"/>
              <a:buNone/>
            </a:pPr>
            <a:r>
              <a:t/>
            </a:r>
            <a:endParaRPr b="0" i="0" sz="2400" u="none" cap="none" strike="noStrike">
              <a:solidFill>
                <a:srgbClr val="0000FF"/>
              </a:solidFill>
              <a:latin typeface="Times New Roman"/>
              <a:ea typeface="Times New Roman"/>
              <a:cs typeface="Times New Roman"/>
              <a:sym typeface="Times New Roman"/>
            </a:endParaRPr>
          </a:p>
        </p:txBody>
      </p:sp>
      <p:sp>
        <p:nvSpPr>
          <p:cNvPr id="417" name="Google Shape;417;p43"/>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 Limitation of Table Driven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4"/>
          <p:cNvSpPr txBox="1"/>
          <p:nvPr/>
        </p:nvSpPr>
        <p:spPr>
          <a:xfrm>
            <a:off x="279400" y="2069620"/>
            <a:ext cx="8481359" cy="4050792"/>
          </a:xfrm>
          <a:prstGeom prst="rect">
            <a:avLst/>
          </a:prstGeom>
          <a:noFill/>
          <a:ln>
            <a:noFill/>
          </a:ln>
        </p:spPr>
        <p:txBody>
          <a:bodyPr anchorCtr="0" anchor="t" bIns="45700" lIns="91425" spcFirstLastPara="1" rIns="91425" wrap="square" tIns="45700">
            <a:normAutofit/>
          </a:bodyPr>
          <a:lstStyle/>
          <a:p>
            <a:pPr indent="0" lvl="0" marL="457200" marR="0" rtl="0" algn="l">
              <a:lnSpc>
                <a:spcPct val="100000"/>
              </a:lnSpc>
              <a:spcBef>
                <a:spcPts val="0"/>
              </a:spcBef>
              <a:spcAft>
                <a:spcPts val="0"/>
              </a:spcAft>
              <a:buClr>
                <a:srgbClr val="A5A5A5"/>
              </a:buClr>
              <a:buSzPts val="2520"/>
              <a:buFont typeface="Noto Sans Symbols"/>
              <a:buNone/>
            </a:pPr>
            <a:r>
              <a:rPr lang="en-US" sz="2400">
                <a:solidFill>
                  <a:srgbClr val="0000FF"/>
                </a:solidFill>
                <a:latin typeface="Times New Roman"/>
                <a:ea typeface="Times New Roman"/>
                <a:cs typeface="Times New Roman"/>
                <a:sym typeface="Times New Roman"/>
              </a:rPr>
              <a:t>Agents are classified based on how they make decisions and use information from the environment.</a:t>
            </a:r>
            <a:endParaRPr sz="2400">
              <a:solidFill>
                <a:srgbClr val="0000FF"/>
              </a:solidFill>
              <a:latin typeface="Times New Roman"/>
              <a:ea typeface="Times New Roman"/>
              <a:cs typeface="Times New Roman"/>
              <a:sym typeface="Times New Roman"/>
            </a:endParaRPr>
          </a:p>
          <a:p>
            <a:pPr indent="-514350" lvl="0" marL="514350" marR="0" rtl="0" algn="l">
              <a:lnSpc>
                <a:spcPct val="100000"/>
              </a:lnSpc>
              <a:spcBef>
                <a:spcPts val="0"/>
              </a:spcBef>
              <a:spcAft>
                <a:spcPts val="0"/>
              </a:spcAft>
              <a:buClr>
                <a:srgbClr val="A5A5A5"/>
              </a:buClr>
              <a:buSzPts val="2520"/>
              <a:buFont typeface="Noto Sans Symbols"/>
              <a:buNone/>
            </a:pPr>
            <a:r>
              <a:t/>
            </a:r>
            <a:endParaRPr sz="2400">
              <a:solidFill>
                <a:srgbClr val="0000FF"/>
              </a:solidFill>
              <a:latin typeface="Times New Roman"/>
              <a:ea typeface="Times New Roman"/>
              <a:cs typeface="Times New Roman"/>
              <a:sym typeface="Times New Roman"/>
            </a:endParaRPr>
          </a:p>
          <a:p>
            <a:pPr indent="-361950" lvl="0" marL="914400" marR="0" rtl="0" algn="l">
              <a:lnSpc>
                <a:spcPct val="100000"/>
              </a:lnSpc>
              <a:spcBef>
                <a:spcPts val="0"/>
              </a:spcBef>
              <a:spcAft>
                <a:spcPts val="0"/>
              </a:spcAft>
              <a:buClr>
                <a:schemeClr val="dk1"/>
              </a:buClr>
              <a:buSzPts val="2100"/>
              <a:buFont typeface="Times New Roman"/>
              <a:buChar char="●"/>
            </a:pPr>
            <a:r>
              <a:rPr i="0" lang="en-US" sz="2100" u="none" cap="none" strike="noStrike">
                <a:solidFill>
                  <a:schemeClr val="dk1"/>
                </a:solidFill>
                <a:latin typeface="Times New Roman"/>
                <a:ea typeface="Times New Roman"/>
                <a:cs typeface="Times New Roman"/>
                <a:sym typeface="Times New Roman"/>
              </a:rPr>
              <a:t>Simple reflex agents</a:t>
            </a:r>
            <a:endParaRPr i="0" sz="2100" u="none" cap="none" strike="noStrike">
              <a:solidFill>
                <a:schemeClr val="dk1"/>
              </a:solidFill>
              <a:latin typeface="Times New Roman"/>
              <a:ea typeface="Times New Roman"/>
              <a:cs typeface="Times New Roman"/>
              <a:sym typeface="Times New Roman"/>
            </a:endParaRPr>
          </a:p>
          <a:p>
            <a:pPr indent="-361950" lvl="0" marL="914400" marR="0" rtl="0" algn="l">
              <a:lnSpc>
                <a:spcPct val="100000"/>
              </a:lnSpc>
              <a:spcBef>
                <a:spcPts val="0"/>
              </a:spcBef>
              <a:spcAft>
                <a:spcPts val="0"/>
              </a:spcAft>
              <a:buClr>
                <a:schemeClr val="dk1"/>
              </a:buClr>
              <a:buSzPts val="2100"/>
              <a:buFont typeface="Times New Roman"/>
              <a:buChar char="●"/>
            </a:pPr>
            <a:r>
              <a:rPr i="0" lang="en-US" sz="2100" u="none" cap="none" strike="noStrike">
                <a:solidFill>
                  <a:schemeClr val="dk1"/>
                </a:solidFill>
                <a:latin typeface="Times New Roman"/>
                <a:ea typeface="Times New Roman"/>
                <a:cs typeface="Times New Roman"/>
                <a:sym typeface="Times New Roman"/>
              </a:rPr>
              <a:t>Model-based reflex agents</a:t>
            </a:r>
            <a:endParaRPr i="0" sz="2100" u="none" cap="none" strike="noStrike">
              <a:solidFill>
                <a:schemeClr val="dk1"/>
              </a:solidFill>
              <a:latin typeface="Times New Roman"/>
              <a:ea typeface="Times New Roman"/>
              <a:cs typeface="Times New Roman"/>
              <a:sym typeface="Times New Roman"/>
            </a:endParaRPr>
          </a:p>
          <a:p>
            <a:pPr indent="-361950" lvl="0" marL="914400" marR="0" rtl="0" algn="l">
              <a:lnSpc>
                <a:spcPct val="100000"/>
              </a:lnSpc>
              <a:spcBef>
                <a:spcPts val="0"/>
              </a:spcBef>
              <a:spcAft>
                <a:spcPts val="0"/>
              </a:spcAft>
              <a:buClr>
                <a:schemeClr val="dk1"/>
              </a:buClr>
              <a:buSzPts val="2100"/>
              <a:buFont typeface="Times New Roman"/>
              <a:buChar char="●"/>
            </a:pPr>
            <a:r>
              <a:rPr i="0" lang="en-US" sz="2100" u="none" cap="none" strike="noStrike">
                <a:solidFill>
                  <a:schemeClr val="dk1"/>
                </a:solidFill>
                <a:latin typeface="Times New Roman"/>
                <a:ea typeface="Times New Roman"/>
                <a:cs typeface="Times New Roman"/>
                <a:sym typeface="Times New Roman"/>
              </a:rPr>
              <a:t>Goal-based agents</a:t>
            </a:r>
            <a:endParaRPr i="0" sz="2100" u="none" cap="none" strike="noStrike">
              <a:solidFill>
                <a:schemeClr val="dk1"/>
              </a:solidFill>
              <a:latin typeface="Times New Roman"/>
              <a:ea typeface="Times New Roman"/>
              <a:cs typeface="Times New Roman"/>
              <a:sym typeface="Times New Roman"/>
            </a:endParaRPr>
          </a:p>
          <a:p>
            <a:pPr indent="-361950" lvl="0" marL="914400" marR="0" rtl="0" algn="l">
              <a:lnSpc>
                <a:spcPct val="100000"/>
              </a:lnSpc>
              <a:spcBef>
                <a:spcPts val="0"/>
              </a:spcBef>
              <a:spcAft>
                <a:spcPts val="0"/>
              </a:spcAft>
              <a:buClr>
                <a:schemeClr val="dk1"/>
              </a:buClr>
              <a:buSzPts val="2100"/>
              <a:buFont typeface="Times New Roman"/>
              <a:buChar char="●"/>
            </a:pPr>
            <a:r>
              <a:rPr i="0" lang="en-US" sz="2100" u="none" cap="none" strike="noStrike">
                <a:solidFill>
                  <a:schemeClr val="dk1"/>
                </a:solidFill>
                <a:latin typeface="Times New Roman"/>
                <a:ea typeface="Times New Roman"/>
                <a:cs typeface="Times New Roman"/>
                <a:sym typeface="Times New Roman"/>
              </a:rPr>
              <a:t>Utility-based agents</a:t>
            </a:r>
            <a:endParaRPr i="0" sz="2100" u="none" cap="none" strike="noStrike">
              <a:solidFill>
                <a:schemeClr val="dk1"/>
              </a:solidFill>
              <a:latin typeface="Times New Roman"/>
              <a:ea typeface="Times New Roman"/>
              <a:cs typeface="Times New Roman"/>
              <a:sym typeface="Times New Roman"/>
            </a:endParaRPr>
          </a:p>
          <a:p>
            <a:pPr indent="-361950" lvl="0" marL="914400" marR="0" rtl="0" algn="l">
              <a:lnSpc>
                <a:spcPct val="100000"/>
              </a:lnSpc>
              <a:spcBef>
                <a:spcPts val="0"/>
              </a:spcBef>
              <a:spcAft>
                <a:spcPts val="0"/>
              </a:spcAft>
              <a:buClr>
                <a:schemeClr val="dk1"/>
              </a:buClr>
              <a:buSzPts val="2100"/>
              <a:buFont typeface="Times New Roman"/>
              <a:buChar char="●"/>
            </a:pPr>
            <a:r>
              <a:rPr i="0" lang="en-US" sz="2100" u="none" cap="none" strike="noStrike">
                <a:solidFill>
                  <a:schemeClr val="dk1"/>
                </a:solidFill>
                <a:latin typeface="Times New Roman"/>
                <a:ea typeface="Times New Roman"/>
                <a:cs typeface="Times New Roman"/>
                <a:sym typeface="Times New Roman"/>
              </a:rPr>
              <a:t>Learning Agents</a:t>
            </a:r>
            <a:endParaRPr i="0" sz="2100" u="none" cap="none" strike="noStrike">
              <a:solidFill>
                <a:schemeClr val="dk1"/>
              </a:solidFill>
              <a:latin typeface="Times New Roman"/>
              <a:ea typeface="Times New Roman"/>
              <a:cs typeface="Times New Roman"/>
              <a:sym typeface="Times New Roman"/>
            </a:endParaRPr>
          </a:p>
          <a:p>
            <a:pPr indent="-354330" lvl="0" marL="514350" marR="0" rtl="0" algn="l">
              <a:lnSpc>
                <a:spcPct val="100000"/>
              </a:lnSpc>
              <a:spcBef>
                <a:spcPts val="0"/>
              </a:spcBef>
              <a:spcAft>
                <a:spcPts val="0"/>
              </a:spcAft>
              <a:buClr>
                <a:srgbClr val="A5A5A5"/>
              </a:buClr>
              <a:buSzPts val="2520"/>
              <a:buFont typeface="Corbe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3" name="Google Shape;423;p44"/>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 Types of AI Agents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6"/>
          <p:cNvSpPr txBox="1"/>
          <p:nvPr>
            <p:ph idx="1" type="body"/>
          </p:nvPr>
        </p:nvSpPr>
        <p:spPr>
          <a:xfrm>
            <a:off x="284163" y="1716657"/>
            <a:ext cx="8574087" cy="4994693"/>
          </a:xfrm>
          <a:prstGeom prst="rect">
            <a:avLst/>
          </a:prstGeom>
          <a:noFill/>
          <a:ln>
            <a:noFill/>
          </a:ln>
        </p:spPr>
        <p:txBody>
          <a:bodyPr anchorCtr="0" anchor="t" bIns="45700" lIns="91425" spcFirstLastPara="1" rIns="91425" wrap="square" tIns="45700">
            <a:normAutofit/>
          </a:bodyPr>
          <a:lstStyle/>
          <a:p>
            <a:pPr indent="-316865" lvl="0" marL="454025" rtl="0" algn="just">
              <a:lnSpc>
                <a:spcPct val="100000"/>
              </a:lnSpc>
              <a:spcBef>
                <a:spcPts val="0"/>
              </a:spcBef>
              <a:spcAft>
                <a:spcPts val="0"/>
              </a:spcAft>
              <a:buSzPts val="2160"/>
              <a:buNone/>
            </a:pPr>
            <a:r>
              <a:t/>
            </a:r>
            <a:endParaRPr/>
          </a:p>
          <a:p>
            <a:pPr indent="-316865" lvl="0" marL="454025" rtl="0" algn="just">
              <a:lnSpc>
                <a:spcPct val="100000"/>
              </a:lnSpc>
              <a:spcBef>
                <a:spcPts val="2000"/>
              </a:spcBef>
              <a:spcAft>
                <a:spcPts val="0"/>
              </a:spcAft>
              <a:buSzPts val="2160"/>
              <a:buNone/>
            </a:pPr>
            <a:r>
              <a:t/>
            </a:r>
            <a:endParaRPr/>
          </a:p>
          <a:p>
            <a:pPr indent="-316865" lvl="0" marL="454025" rtl="0" algn="just">
              <a:lnSpc>
                <a:spcPct val="100000"/>
              </a:lnSpc>
              <a:spcBef>
                <a:spcPts val="2000"/>
              </a:spcBef>
              <a:spcAft>
                <a:spcPts val="0"/>
              </a:spcAft>
              <a:buSzPts val="2160"/>
              <a:buNone/>
            </a:pPr>
            <a:r>
              <a:t/>
            </a:r>
            <a:endParaRPr/>
          </a:p>
          <a:p>
            <a:pPr indent="-316865" lvl="0" marL="454025" rtl="0" algn="just">
              <a:lnSpc>
                <a:spcPct val="100000"/>
              </a:lnSpc>
              <a:spcBef>
                <a:spcPts val="2000"/>
              </a:spcBef>
              <a:spcAft>
                <a:spcPts val="0"/>
              </a:spcAft>
              <a:buSzPts val="2160"/>
              <a:buNone/>
            </a:pPr>
            <a:r>
              <a:t/>
            </a:r>
            <a:endParaRPr/>
          </a:p>
          <a:p>
            <a:pPr indent="-316865" lvl="0" marL="454025" rtl="0" algn="just">
              <a:lnSpc>
                <a:spcPct val="100000"/>
              </a:lnSpc>
              <a:spcBef>
                <a:spcPts val="2000"/>
              </a:spcBef>
              <a:spcAft>
                <a:spcPts val="0"/>
              </a:spcAft>
              <a:buSzPts val="2160"/>
              <a:buNone/>
            </a:pPr>
            <a:r>
              <a:t/>
            </a:r>
            <a:endParaRPr/>
          </a:p>
        </p:txBody>
      </p:sp>
      <p:sp>
        <p:nvSpPr>
          <p:cNvPr id="429" name="Google Shape;429;p46"/>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Simple Reflex Agent</a:t>
            </a:r>
            <a:endParaRPr b="0" i="0" sz="1400" u="none" cap="none" strike="noStrike">
              <a:solidFill>
                <a:srgbClr val="000000"/>
              </a:solidFill>
              <a:latin typeface="Arial"/>
              <a:ea typeface="Arial"/>
              <a:cs typeface="Arial"/>
              <a:sym typeface="Arial"/>
            </a:endParaRPr>
          </a:p>
        </p:txBody>
      </p:sp>
      <p:pic>
        <p:nvPicPr>
          <p:cNvPr id="430" name="Google Shape;430;p46"/>
          <p:cNvPicPr preferRelativeResize="0"/>
          <p:nvPr/>
        </p:nvPicPr>
        <p:blipFill rotWithShape="1">
          <a:blip r:embed="rId3">
            <a:alphaModFix/>
          </a:blip>
          <a:srcRect b="0" l="0" r="0" t="0"/>
          <a:stretch/>
        </p:blipFill>
        <p:spPr>
          <a:xfrm>
            <a:off x="783043" y="1791850"/>
            <a:ext cx="7140104" cy="4919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5"/>
          <p:cNvSpPr txBox="1"/>
          <p:nvPr>
            <p:ph idx="1" type="body"/>
          </p:nvPr>
        </p:nvSpPr>
        <p:spPr>
          <a:xfrm>
            <a:off x="284163" y="1716657"/>
            <a:ext cx="8574087" cy="4994693"/>
          </a:xfrm>
          <a:prstGeom prst="rect">
            <a:avLst/>
          </a:prstGeom>
          <a:noFill/>
          <a:ln>
            <a:noFill/>
          </a:ln>
        </p:spPr>
        <p:txBody>
          <a:bodyPr anchorCtr="0" anchor="t" bIns="45700" lIns="91425" spcFirstLastPara="1" rIns="91425" wrap="square" tIns="45700">
            <a:normAutofit fontScale="62500" lnSpcReduction="20000"/>
          </a:bodyPr>
          <a:lstStyle/>
          <a:p>
            <a:pPr indent="-472622" lvl="0" marL="454025" rtl="0" algn="just">
              <a:lnSpc>
                <a:spcPct val="100000"/>
              </a:lnSpc>
              <a:spcBef>
                <a:spcPts val="1000"/>
              </a:spcBef>
              <a:spcAft>
                <a:spcPts val="0"/>
              </a:spcAft>
              <a:buClr>
                <a:schemeClr val="dk1"/>
              </a:buClr>
              <a:buSzPct val="100000"/>
              <a:buFont typeface="Noto Sans Symbols"/>
              <a:buChar char="⮚"/>
            </a:pPr>
            <a:r>
              <a:rPr lang="en-US" sz="3923">
                <a:solidFill>
                  <a:schemeClr val="dk1"/>
                </a:solidFill>
                <a:latin typeface="Times New Roman"/>
                <a:ea typeface="Times New Roman"/>
                <a:cs typeface="Times New Roman"/>
                <a:sym typeface="Times New Roman"/>
              </a:rPr>
              <a:t>These agents take decisions on the basis of the current percepts and ignore the rest of the percept history.</a:t>
            </a:r>
            <a:endParaRPr sz="3923">
              <a:solidFill>
                <a:schemeClr val="dk1"/>
              </a:solidFill>
            </a:endParaRPr>
          </a:p>
          <a:p>
            <a:pPr indent="-472622" lvl="0" marL="454025" rtl="0" algn="just">
              <a:lnSpc>
                <a:spcPct val="100000"/>
              </a:lnSpc>
              <a:spcBef>
                <a:spcPts val="1000"/>
              </a:spcBef>
              <a:spcAft>
                <a:spcPts val="0"/>
              </a:spcAft>
              <a:buClr>
                <a:schemeClr val="dk1"/>
              </a:buClr>
              <a:buSzPct val="100000"/>
              <a:buFont typeface="Noto Sans Symbols"/>
              <a:buChar char="⮚"/>
            </a:pPr>
            <a:r>
              <a:rPr lang="en-US" sz="3923">
                <a:solidFill>
                  <a:schemeClr val="dk1"/>
                </a:solidFill>
                <a:latin typeface="Times New Roman"/>
                <a:ea typeface="Times New Roman"/>
                <a:cs typeface="Times New Roman"/>
                <a:sym typeface="Times New Roman"/>
              </a:rPr>
              <a:t>These agents only succeed in the fully observable environment.</a:t>
            </a:r>
            <a:endParaRPr sz="3923">
              <a:solidFill>
                <a:schemeClr val="dk1"/>
              </a:solidFill>
            </a:endParaRPr>
          </a:p>
          <a:p>
            <a:pPr indent="-472622" lvl="0" marL="454025" rtl="0" algn="just">
              <a:lnSpc>
                <a:spcPct val="100000"/>
              </a:lnSpc>
              <a:spcBef>
                <a:spcPts val="1000"/>
              </a:spcBef>
              <a:spcAft>
                <a:spcPts val="0"/>
              </a:spcAft>
              <a:buClr>
                <a:schemeClr val="dk1"/>
              </a:buClr>
              <a:buSzPct val="100000"/>
              <a:buFont typeface="Noto Sans Symbols"/>
              <a:buChar char="⮚"/>
            </a:pPr>
            <a:r>
              <a:rPr lang="en-US" sz="3923">
                <a:solidFill>
                  <a:schemeClr val="dk1"/>
                </a:solidFill>
                <a:latin typeface="Times New Roman"/>
                <a:ea typeface="Times New Roman"/>
                <a:cs typeface="Times New Roman"/>
                <a:sym typeface="Times New Roman"/>
              </a:rPr>
              <a:t>It does not consider any part of percepts history during their decision and action process.</a:t>
            </a:r>
            <a:endParaRPr sz="3923">
              <a:solidFill>
                <a:schemeClr val="dk1"/>
              </a:solidFill>
            </a:endParaRPr>
          </a:p>
          <a:p>
            <a:pPr indent="-472622" lvl="0" marL="454025" rtl="0" algn="just">
              <a:lnSpc>
                <a:spcPct val="100000"/>
              </a:lnSpc>
              <a:spcBef>
                <a:spcPts val="1000"/>
              </a:spcBef>
              <a:spcAft>
                <a:spcPts val="0"/>
              </a:spcAft>
              <a:buClr>
                <a:schemeClr val="dk1"/>
              </a:buClr>
              <a:buSzPct val="100000"/>
              <a:buFont typeface="Noto Sans Symbols"/>
              <a:buChar char="⮚"/>
            </a:pPr>
            <a:r>
              <a:rPr lang="en-US" sz="3923">
                <a:solidFill>
                  <a:schemeClr val="dk1"/>
                </a:solidFill>
                <a:latin typeface="Times New Roman"/>
                <a:ea typeface="Times New Roman"/>
                <a:cs typeface="Times New Roman"/>
                <a:sym typeface="Times New Roman"/>
              </a:rPr>
              <a:t>It works on Condition-action rule, which means it maps the current state to action</a:t>
            </a:r>
            <a:endParaRPr sz="3923">
              <a:solidFill>
                <a:schemeClr val="dk1"/>
              </a:solidFill>
            </a:endParaRPr>
          </a:p>
          <a:p>
            <a:pPr indent="-472622" lvl="0" marL="454025" rtl="0" algn="just">
              <a:lnSpc>
                <a:spcPct val="100000"/>
              </a:lnSpc>
              <a:spcBef>
                <a:spcPts val="1000"/>
              </a:spcBef>
              <a:spcAft>
                <a:spcPts val="0"/>
              </a:spcAft>
              <a:buClr>
                <a:schemeClr val="dk1"/>
              </a:buClr>
              <a:buSzPct val="100000"/>
              <a:buFont typeface="Noto Sans Symbols"/>
              <a:buChar char="⮚"/>
            </a:pPr>
            <a:r>
              <a:rPr lang="en-US" sz="3923">
                <a:solidFill>
                  <a:schemeClr val="dk1"/>
                </a:solidFill>
                <a:latin typeface="Times New Roman"/>
                <a:ea typeface="Times New Roman"/>
                <a:cs typeface="Times New Roman"/>
                <a:sym typeface="Times New Roman"/>
              </a:rPr>
              <a:t>Example:</a:t>
            </a:r>
            <a:endParaRPr sz="3923">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SzPct val="75081"/>
              <a:buNone/>
            </a:pPr>
            <a:r>
              <a:rPr lang="en-US" sz="3923">
                <a:solidFill>
                  <a:srgbClr val="980000"/>
                </a:solidFill>
                <a:latin typeface="Times New Roman"/>
                <a:ea typeface="Times New Roman"/>
                <a:cs typeface="Times New Roman"/>
                <a:sym typeface="Times New Roman"/>
              </a:rPr>
              <a:t>A room thermostat:</a:t>
            </a:r>
            <a:endParaRPr sz="3923">
              <a:solidFill>
                <a:srgbClr val="980000"/>
              </a:solidFill>
              <a:latin typeface="Times New Roman"/>
              <a:ea typeface="Times New Roman"/>
              <a:cs typeface="Times New Roman"/>
              <a:sym typeface="Times New Roman"/>
            </a:endParaRPr>
          </a:p>
          <a:p>
            <a:pPr indent="-384357" lvl="0" marL="914400" rtl="0" algn="l">
              <a:lnSpc>
                <a:spcPct val="100000"/>
              </a:lnSpc>
              <a:spcBef>
                <a:spcPts val="0"/>
              </a:spcBef>
              <a:spcAft>
                <a:spcPts val="0"/>
              </a:spcAft>
              <a:buClr>
                <a:srgbClr val="980000"/>
              </a:buClr>
              <a:buSzPct val="100000"/>
              <a:buFont typeface="Arial"/>
              <a:buChar char="●"/>
            </a:pPr>
            <a:r>
              <a:rPr lang="en-US" sz="3923">
                <a:solidFill>
                  <a:srgbClr val="980000"/>
                </a:solidFill>
                <a:latin typeface="Times New Roman"/>
                <a:ea typeface="Times New Roman"/>
                <a:cs typeface="Times New Roman"/>
                <a:sym typeface="Times New Roman"/>
              </a:rPr>
              <a:t>If temperature &lt; 20°C → Turn heater ON</a:t>
            </a:r>
            <a:endParaRPr sz="3923">
              <a:solidFill>
                <a:srgbClr val="980000"/>
              </a:solidFill>
              <a:latin typeface="Times New Roman"/>
              <a:ea typeface="Times New Roman"/>
              <a:cs typeface="Times New Roman"/>
              <a:sym typeface="Times New Roman"/>
            </a:endParaRPr>
          </a:p>
          <a:p>
            <a:pPr indent="-384357" lvl="0" marL="914400" rtl="0" algn="l">
              <a:lnSpc>
                <a:spcPct val="100000"/>
              </a:lnSpc>
              <a:spcBef>
                <a:spcPts val="0"/>
              </a:spcBef>
              <a:spcAft>
                <a:spcPts val="0"/>
              </a:spcAft>
              <a:buClr>
                <a:srgbClr val="980000"/>
              </a:buClr>
              <a:buSzPct val="100000"/>
              <a:buFont typeface="Arial"/>
              <a:buChar char="●"/>
            </a:pPr>
            <a:r>
              <a:rPr lang="en-US" sz="3923">
                <a:solidFill>
                  <a:srgbClr val="980000"/>
                </a:solidFill>
                <a:latin typeface="Times New Roman"/>
                <a:ea typeface="Times New Roman"/>
                <a:cs typeface="Times New Roman"/>
                <a:sym typeface="Times New Roman"/>
              </a:rPr>
              <a:t>If temperature ≥ 20°C → Turn heater OFF</a:t>
            </a:r>
            <a:endParaRPr sz="3923">
              <a:solidFill>
                <a:srgbClr val="980000"/>
              </a:solidFill>
              <a:latin typeface="Times New Roman"/>
              <a:ea typeface="Times New Roman"/>
              <a:cs typeface="Times New Roman"/>
              <a:sym typeface="Times New Roman"/>
            </a:endParaRPr>
          </a:p>
          <a:p>
            <a:pPr indent="0" lvl="0" marL="457200" rtl="0" algn="l">
              <a:lnSpc>
                <a:spcPct val="100000"/>
              </a:lnSpc>
              <a:spcBef>
                <a:spcPts val="0"/>
              </a:spcBef>
              <a:spcAft>
                <a:spcPts val="0"/>
              </a:spcAft>
              <a:buSzPct val="75081"/>
              <a:buNone/>
            </a:pPr>
            <a:r>
              <a:rPr lang="en-US" sz="3923">
                <a:solidFill>
                  <a:srgbClr val="980000"/>
                </a:solidFill>
                <a:latin typeface="Times New Roman"/>
                <a:ea typeface="Times New Roman"/>
                <a:cs typeface="Times New Roman"/>
                <a:sym typeface="Times New Roman"/>
              </a:rPr>
              <a:t>It reacts immediately based on the current reading.</a:t>
            </a:r>
            <a:endParaRPr sz="3923">
              <a:solidFill>
                <a:srgbClr val="980000"/>
              </a:solidFill>
              <a:latin typeface="Arial"/>
              <a:ea typeface="Arial"/>
              <a:cs typeface="Arial"/>
              <a:sym typeface="Arial"/>
            </a:endParaRPr>
          </a:p>
          <a:p>
            <a:pPr indent="0" lvl="0" marL="0" rtl="0" algn="just">
              <a:lnSpc>
                <a:spcPct val="100000"/>
              </a:lnSpc>
              <a:spcBef>
                <a:spcPts val="1000"/>
              </a:spcBef>
              <a:spcAft>
                <a:spcPts val="0"/>
              </a:spcAft>
              <a:buSzPct val="122727"/>
              <a:buNone/>
            </a:pPr>
            <a:r>
              <a:t/>
            </a:r>
            <a:endParaRPr/>
          </a:p>
          <a:p>
            <a:pPr indent="-316865" lvl="0" marL="454025" rtl="0" algn="just">
              <a:lnSpc>
                <a:spcPct val="100000"/>
              </a:lnSpc>
              <a:spcBef>
                <a:spcPts val="2000"/>
              </a:spcBef>
              <a:spcAft>
                <a:spcPts val="0"/>
              </a:spcAft>
              <a:buSzPct val="90000"/>
              <a:buNone/>
            </a:pPr>
            <a:r>
              <a:t/>
            </a:r>
            <a:endParaRPr/>
          </a:p>
        </p:txBody>
      </p:sp>
      <p:sp>
        <p:nvSpPr>
          <p:cNvPr id="436" name="Google Shape;436;p45"/>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Simple Reflex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8"/>
          <p:cNvSpPr txBox="1"/>
          <p:nvPr>
            <p:ph idx="1" type="body"/>
          </p:nvPr>
        </p:nvSpPr>
        <p:spPr>
          <a:xfrm>
            <a:off x="284163" y="1716657"/>
            <a:ext cx="8574087" cy="4994693"/>
          </a:xfrm>
          <a:prstGeom prst="rect">
            <a:avLst/>
          </a:prstGeom>
          <a:noFill/>
          <a:ln>
            <a:noFill/>
          </a:ln>
        </p:spPr>
        <p:txBody>
          <a:bodyPr anchorCtr="0" anchor="t" bIns="45700" lIns="91425" spcFirstLastPara="1" rIns="91425" wrap="square" tIns="45700">
            <a:noAutofit/>
          </a:bodyPr>
          <a:lstStyle/>
          <a:p>
            <a:pPr indent="-137160" lvl="0" marL="0" rtl="0" algn="just">
              <a:lnSpc>
                <a:spcPct val="100000"/>
              </a:lnSpc>
              <a:spcBef>
                <a:spcPts val="0"/>
              </a:spcBef>
              <a:spcAft>
                <a:spcPts val="0"/>
              </a:spcAft>
              <a:buSzPts val="2160"/>
              <a:buFont typeface="Noto Sans Symbols"/>
              <a:buChar char="⮚"/>
            </a:pPr>
            <a:r>
              <a:rPr lang="en-US">
                <a:latin typeface="Times New Roman"/>
                <a:ea typeface="Times New Roman"/>
                <a:cs typeface="Times New Roman"/>
                <a:sym typeface="Times New Roman"/>
              </a:rPr>
              <a:t>The Model-based agent can work in a partially observable environment, and track the situation.</a:t>
            </a:r>
            <a:endParaRPr/>
          </a:p>
          <a:p>
            <a:pPr indent="-137160" lvl="0" marL="0" rtl="0" algn="just">
              <a:lnSpc>
                <a:spcPct val="100000"/>
              </a:lnSpc>
              <a:spcBef>
                <a:spcPts val="1000"/>
              </a:spcBef>
              <a:spcAft>
                <a:spcPts val="0"/>
              </a:spcAft>
              <a:buSzPts val="2160"/>
              <a:buFont typeface="Noto Sans Symbols"/>
              <a:buChar char="⮚"/>
            </a:pPr>
            <a:r>
              <a:rPr lang="en-US">
                <a:latin typeface="Times New Roman"/>
                <a:ea typeface="Times New Roman"/>
                <a:cs typeface="Times New Roman"/>
                <a:sym typeface="Times New Roman"/>
              </a:rPr>
              <a:t>A model-based agent has two important factors:</a:t>
            </a:r>
            <a:endParaRPr/>
          </a:p>
          <a:p>
            <a:pPr indent="-339725" lvl="3" marL="685800" rtl="0" algn="just">
              <a:lnSpc>
                <a:spcPct val="100000"/>
              </a:lnSpc>
              <a:spcBef>
                <a:spcPts val="1000"/>
              </a:spcBef>
              <a:spcAft>
                <a:spcPts val="0"/>
              </a:spcAft>
              <a:buSzPts val="1890"/>
              <a:buFont typeface="Noto Sans Symbols"/>
              <a:buChar char="✔"/>
            </a:pPr>
            <a:r>
              <a:rPr b="1" lang="en-US" sz="2100">
                <a:solidFill>
                  <a:srgbClr val="0000FF"/>
                </a:solidFill>
                <a:latin typeface="Times New Roman"/>
                <a:ea typeface="Times New Roman"/>
                <a:cs typeface="Times New Roman"/>
                <a:sym typeface="Times New Roman"/>
              </a:rPr>
              <a:t>Model:</a:t>
            </a:r>
            <a:r>
              <a:rPr lang="en-US" sz="2100">
                <a:solidFill>
                  <a:srgbClr val="0000FF"/>
                </a:solidFill>
                <a:latin typeface="Times New Roman"/>
                <a:ea typeface="Times New Roman"/>
                <a:cs typeface="Times New Roman"/>
                <a:sym typeface="Times New Roman"/>
              </a:rPr>
              <a:t> It is knowledge about "how things happen in the world," so it is called a Model-based agent.</a:t>
            </a:r>
            <a:endParaRPr/>
          </a:p>
          <a:p>
            <a:pPr indent="-339725" lvl="3" marL="685800" rtl="0" algn="just">
              <a:lnSpc>
                <a:spcPct val="100000"/>
              </a:lnSpc>
              <a:spcBef>
                <a:spcPts val="1000"/>
              </a:spcBef>
              <a:spcAft>
                <a:spcPts val="0"/>
              </a:spcAft>
              <a:buSzPts val="1890"/>
              <a:buFont typeface="Noto Sans Symbols"/>
              <a:buChar char="✔"/>
            </a:pPr>
            <a:r>
              <a:rPr b="1" lang="en-US" sz="2100">
                <a:solidFill>
                  <a:srgbClr val="0000FF"/>
                </a:solidFill>
                <a:latin typeface="Times New Roman"/>
                <a:ea typeface="Times New Roman"/>
                <a:cs typeface="Times New Roman"/>
                <a:sym typeface="Times New Roman"/>
              </a:rPr>
              <a:t>Internal State:</a:t>
            </a:r>
            <a:r>
              <a:rPr lang="en-US" sz="2100">
                <a:solidFill>
                  <a:srgbClr val="0000FF"/>
                </a:solidFill>
                <a:latin typeface="Times New Roman"/>
                <a:ea typeface="Times New Roman"/>
                <a:cs typeface="Times New Roman"/>
                <a:sym typeface="Times New Roman"/>
              </a:rPr>
              <a:t> It is a representation of the current state based on percept history.</a:t>
            </a:r>
            <a:endParaRPr/>
          </a:p>
          <a:p>
            <a:pPr indent="-137160" lvl="0" marL="0" rtl="0" algn="just">
              <a:lnSpc>
                <a:spcPct val="100000"/>
              </a:lnSpc>
              <a:spcBef>
                <a:spcPts val="1000"/>
              </a:spcBef>
              <a:spcAft>
                <a:spcPts val="0"/>
              </a:spcAft>
              <a:buSzPts val="2160"/>
              <a:buFont typeface="Noto Sans Symbols"/>
              <a:buChar char="⮚"/>
            </a:pPr>
            <a:r>
              <a:rPr lang="en-US">
                <a:latin typeface="Times New Roman"/>
                <a:ea typeface="Times New Roman"/>
                <a:cs typeface="Times New Roman"/>
                <a:sym typeface="Times New Roman"/>
              </a:rPr>
              <a:t>These agents have the model, "which is knowledge of the world" and based on the model they perform actions.</a:t>
            </a:r>
            <a:endParaRPr/>
          </a:p>
          <a:p>
            <a:pPr indent="-346075" lvl="2" marL="806450" rtl="0" algn="just">
              <a:lnSpc>
                <a:spcPct val="100000"/>
              </a:lnSpc>
              <a:spcBef>
                <a:spcPts val="1000"/>
              </a:spcBef>
              <a:spcAft>
                <a:spcPts val="0"/>
              </a:spcAft>
              <a:buSzPts val="1890"/>
              <a:buFont typeface="Noto Sans Symbols"/>
              <a:buChar char="✔"/>
            </a:pPr>
            <a:r>
              <a:rPr lang="en-US" sz="2100">
                <a:solidFill>
                  <a:srgbClr val="0000FF"/>
                </a:solidFill>
                <a:latin typeface="Times New Roman"/>
                <a:ea typeface="Times New Roman"/>
                <a:cs typeface="Times New Roman"/>
                <a:sym typeface="Times New Roman"/>
              </a:rPr>
              <a:t>Updating the agent state requires information about:</a:t>
            </a:r>
            <a:endParaRPr/>
          </a:p>
          <a:p>
            <a:pPr indent="-339723" lvl="3" marL="1146175" rtl="0" algn="just">
              <a:lnSpc>
                <a:spcPct val="100000"/>
              </a:lnSpc>
              <a:spcBef>
                <a:spcPts val="1000"/>
              </a:spcBef>
              <a:spcAft>
                <a:spcPts val="0"/>
              </a:spcAft>
              <a:buSzPts val="1710"/>
              <a:buFont typeface="Noto Sans Symbols"/>
              <a:buChar char="✔"/>
            </a:pPr>
            <a:r>
              <a:rPr lang="en-US" sz="1900">
                <a:solidFill>
                  <a:srgbClr val="FF0000"/>
                </a:solidFill>
                <a:latin typeface="Times New Roman"/>
                <a:ea typeface="Times New Roman"/>
                <a:cs typeface="Times New Roman"/>
                <a:sym typeface="Times New Roman"/>
              </a:rPr>
              <a:t>How the world evolves</a:t>
            </a:r>
            <a:endParaRPr/>
          </a:p>
          <a:p>
            <a:pPr indent="-339723" lvl="3" marL="1146175" rtl="0" algn="just">
              <a:lnSpc>
                <a:spcPct val="100000"/>
              </a:lnSpc>
              <a:spcBef>
                <a:spcPts val="1000"/>
              </a:spcBef>
              <a:spcAft>
                <a:spcPts val="0"/>
              </a:spcAft>
              <a:buSzPts val="1710"/>
              <a:buFont typeface="Noto Sans Symbols"/>
              <a:buChar char="✔"/>
            </a:pPr>
            <a:r>
              <a:rPr lang="en-US" sz="1900">
                <a:solidFill>
                  <a:srgbClr val="FF0000"/>
                </a:solidFill>
                <a:latin typeface="Times New Roman"/>
                <a:ea typeface="Times New Roman"/>
                <a:cs typeface="Times New Roman"/>
                <a:sym typeface="Times New Roman"/>
              </a:rPr>
              <a:t>How the agent's action affects the world.</a:t>
            </a:r>
            <a:endParaRPr/>
          </a:p>
          <a:p>
            <a:pPr indent="-236855" lvl="3" marL="685800" rtl="0" algn="just">
              <a:lnSpc>
                <a:spcPct val="100000"/>
              </a:lnSpc>
              <a:spcBef>
                <a:spcPts val="1000"/>
              </a:spcBef>
              <a:spcAft>
                <a:spcPts val="0"/>
              </a:spcAft>
              <a:buSzPts val="1620"/>
              <a:buFont typeface="Noto Sans Symbols"/>
              <a:buNone/>
            </a:pPr>
            <a:r>
              <a:t/>
            </a:r>
            <a:endParaRPr>
              <a:solidFill>
                <a:srgbClr val="0000FF"/>
              </a:solidFill>
              <a:latin typeface="Times New Roman"/>
              <a:ea typeface="Times New Roman"/>
              <a:cs typeface="Times New Roman"/>
              <a:sym typeface="Times New Roman"/>
            </a:endParaRPr>
          </a:p>
        </p:txBody>
      </p:sp>
      <p:sp>
        <p:nvSpPr>
          <p:cNvPr id="442" name="Google Shape;442;p48"/>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Model Based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9"/>
          <p:cNvSpPr txBox="1"/>
          <p:nvPr>
            <p:ph idx="1" type="body"/>
          </p:nvPr>
        </p:nvSpPr>
        <p:spPr>
          <a:xfrm>
            <a:off x="284163" y="1716657"/>
            <a:ext cx="8574087" cy="4994693"/>
          </a:xfrm>
          <a:prstGeom prst="rect">
            <a:avLst/>
          </a:prstGeom>
          <a:noFill/>
          <a:ln>
            <a:noFill/>
          </a:ln>
        </p:spPr>
        <p:txBody>
          <a:bodyPr anchorCtr="0" anchor="t" bIns="45700" lIns="91425" spcFirstLastPara="1" rIns="91425" wrap="square" tIns="45700">
            <a:normAutofit lnSpcReduction="10000"/>
          </a:bodyPr>
          <a:lstStyle/>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0" lvl="0" marL="1371600" rtl="0" algn="just">
              <a:spcBef>
                <a:spcPts val="0"/>
              </a:spcBef>
              <a:spcAft>
                <a:spcPts val="0"/>
              </a:spcAft>
              <a:buNone/>
            </a:pPr>
            <a:r>
              <a:t/>
            </a:r>
            <a:endParaRPr b="1" sz="2100">
              <a:latin typeface="Times New Roman"/>
              <a:ea typeface="Times New Roman"/>
              <a:cs typeface="Times New Roman"/>
              <a:sym typeface="Times New Roman"/>
            </a:endParaRPr>
          </a:p>
          <a:p>
            <a:pPr indent="-120015" lvl="2" marL="0" rtl="0" algn="just">
              <a:spcBef>
                <a:spcPts val="0"/>
              </a:spcBef>
              <a:spcAft>
                <a:spcPts val="0"/>
              </a:spcAft>
              <a:buSzPts val="1890"/>
              <a:buChar char="⮚"/>
            </a:pPr>
            <a:r>
              <a:rPr b="1" lang="en-US" sz="2100">
                <a:latin typeface="Times New Roman"/>
                <a:ea typeface="Times New Roman"/>
                <a:cs typeface="Times New Roman"/>
                <a:sym typeface="Times New Roman"/>
              </a:rPr>
              <a:t>Example:</a:t>
            </a:r>
            <a:r>
              <a:rPr lang="en-US" sz="2100">
                <a:latin typeface="Times New Roman"/>
                <a:ea typeface="Times New Roman"/>
                <a:cs typeface="Times New Roman"/>
                <a:sym typeface="Times New Roman"/>
              </a:rPr>
              <a:t> </a:t>
            </a:r>
            <a:endParaRPr sz="2100">
              <a:solidFill>
                <a:srgbClr val="FF0000"/>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620"/>
              <a:buFont typeface="Arial"/>
              <a:buNone/>
            </a:pPr>
            <a:r>
              <a:rPr lang="en-US" sz="2100">
                <a:solidFill>
                  <a:srgbClr val="FF0000"/>
                </a:solidFill>
                <a:latin typeface="Times New Roman"/>
                <a:ea typeface="Times New Roman"/>
                <a:cs typeface="Times New Roman"/>
                <a:sym typeface="Times New Roman"/>
              </a:rPr>
              <a:t>A robot vacuum cleaner:</a:t>
            </a:r>
            <a:endParaRPr sz="2100">
              <a:solidFill>
                <a:srgbClr val="FF0000"/>
              </a:solidFill>
              <a:latin typeface="Times New Roman"/>
              <a:ea typeface="Times New Roman"/>
              <a:cs typeface="Times New Roman"/>
              <a:sym typeface="Times New Roman"/>
            </a:endParaRPr>
          </a:p>
          <a:p>
            <a:pPr indent="-298450" lvl="0" marL="914400" rtl="0" algn="l">
              <a:spcBef>
                <a:spcPts val="0"/>
              </a:spcBef>
              <a:spcAft>
                <a:spcPts val="0"/>
              </a:spcAft>
              <a:buClr>
                <a:schemeClr val="dk1"/>
              </a:buClr>
              <a:buSzPts val="1100"/>
              <a:buFont typeface="Arial"/>
              <a:buChar char="●"/>
            </a:pPr>
            <a:r>
              <a:rPr lang="en-US" sz="2100">
                <a:solidFill>
                  <a:srgbClr val="FF0000"/>
                </a:solidFill>
                <a:latin typeface="Times New Roman"/>
                <a:ea typeface="Times New Roman"/>
                <a:cs typeface="Times New Roman"/>
                <a:sym typeface="Times New Roman"/>
              </a:rPr>
              <a:t>Remembers which areas have already been cleaned (internal model).</a:t>
            </a:r>
            <a:endParaRPr sz="2100">
              <a:solidFill>
                <a:srgbClr val="FF0000"/>
              </a:solidFill>
              <a:latin typeface="Times New Roman"/>
              <a:ea typeface="Times New Roman"/>
              <a:cs typeface="Times New Roman"/>
              <a:sym typeface="Times New Roman"/>
            </a:endParaRPr>
          </a:p>
          <a:p>
            <a:pPr indent="-298450" lvl="0" marL="914400" rtl="0" algn="l">
              <a:spcBef>
                <a:spcPts val="0"/>
              </a:spcBef>
              <a:spcAft>
                <a:spcPts val="0"/>
              </a:spcAft>
              <a:buClr>
                <a:schemeClr val="dk1"/>
              </a:buClr>
              <a:buSzPts val="1100"/>
              <a:buFont typeface="Arial"/>
              <a:buChar char="●"/>
            </a:pPr>
            <a:r>
              <a:rPr lang="en-US" sz="2100">
                <a:solidFill>
                  <a:srgbClr val="FF0000"/>
                </a:solidFill>
                <a:latin typeface="Times New Roman"/>
                <a:ea typeface="Times New Roman"/>
                <a:cs typeface="Times New Roman"/>
                <a:sym typeface="Times New Roman"/>
              </a:rPr>
              <a:t>If a new obstacle appears, it updates its model and plans a new route.</a:t>
            </a:r>
            <a:endParaRPr sz="1100">
              <a:solidFill>
                <a:schemeClr val="dk1"/>
              </a:solidFill>
              <a:latin typeface="Arial"/>
              <a:ea typeface="Arial"/>
              <a:cs typeface="Arial"/>
              <a:sym typeface="Arial"/>
            </a:endParaRPr>
          </a:p>
          <a:p>
            <a:pPr indent="-337185" lvl="1" marL="914400" rtl="0" algn="just">
              <a:lnSpc>
                <a:spcPct val="100000"/>
              </a:lnSpc>
              <a:spcBef>
                <a:spcPts val="0"/>
              </a:spcBef>
              <a:spcAft>
                <a:spcPts val="0"/>
              </a:spcAft>
              <a:buSzPts val="1890"/>
              <a:buFont typeface="Noto Sans Symbols"/>
              <a:buNone/>
            </a:pPr>
            <a:r>
              <a:t/>
            </a:r>
            <a:endParaRPr sz="2100">
              <a:solidFill>
                <a:srgbClr val="0000FF"/>
              </a:solidFill>
              <a:latin typeface="Times New Roman"/>
              <a:ea typeface="Times New Roman"/>
              <a:cs typeface="Times New Roman"/>
              <a:sym typeface="Times New Roman"/>
            </a:endParaRPr>
          </a:p>
        </p:txBody>
      </p:sp>
      <p:sp>
        <p:nvSpPr>
          <p:cNvPr id="448" name="Google Shape;448;p49"/>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Model Based Agent</a:t>
            </a:r>
            <a:endParaRPr b="0" i="0" sz="1400" u="none" cap="none" strike="noStrike">
              <a:solidFill>
                <a:srgbClr val="000000"/>
              </a:solidFill>
              <a:latin typeface="Arial"/>
              <a:ea typeface="Arial"/>
              <a:cs typeface="Arial"/>
              <a:sym typeface="Arial"/>
            </a:endParaRPr>
          </a:p>
        </p:txBody>
      </p:sp>
      <p:pic>
        <p:nvPicPr>
          <p:cNvPr id="449" name="Google Shape;449;p49"/>
          <p:cNvPicPr preferRelativeResize="0"/>
          <p:nvPr/>
        </p:nvPicPr>
        <p:blipFill rotWithShape="1">
          <a:blip r:embed="rId3">
            <a:alphaModFix/>
          </a:blip>
          <a:srcRect b="0" l="0" r="0" t="0"/>
          <a:stretch/>
        </p:blipFill>
        <p:spPr>
          <a:xfrm>
            <a:off x="2109650" y="1746050"/>
            <a:ext cx="5450450" cy="35981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1"/>
          <p:cNvSpPr txBox="1"/>
          <p:nvPr>
            <p:ph idx="1" type="body"/>
          </p:nvPr>
        </p:nvSpPr>
        <p:spPr>
          <a:xfrm>
            <a:off x="161926" y="1716657"/>
            <a:ext cx="8705850" cy="4994693"/>
          </a:xfrm>
          <a:prstGeom prst="rect">
            <a:avLst/>
          </a:prstGeom>
          <a:noFill/>
          <a:ln>
            <a:noFill/>
          </a:ln>
        </p:spPr>
        <p:txBody>
          <a:bodyPr anchorCtr="0" anchor="t" bIns="45700" lIns="91425" spcFirstLastPara="1" rIns="91425" wrap="square" tIns="45700">
            <a:noAutofit/>
          </a:bodyPr>
          <a:lstStyle/>
          <a:p>
            <a:pPr indent="-447675" lvl="0" marL="454025" rtl="0" algn="just">
              <a:lnSpc>
                <a:spcPct val="100000"/>
              </a:lnSpc>
              <a:spcBef>
                <a:spcPts val="0"/>
              </a:spcBef>
              <a:spcAft>
                <a:spcPts val="0"/>
              </a:spcAft>
              <a:buSzPts val="2060"/>
              <a:buFont typeface="Noto Sans Symbols"/>
              <a:buChar char="⮚"/>
            </a:pPr>
            <a:r>
              <a:rPr lang="en-US" sz="2300">
                <a:solidFill>
                  <a:srgbClr val="0000FF"/>
                </a:solidFill>
                <a:latin typeface="Times New Roman"/>
                <a:ea typeface="Times New Roman"/>
                <a:cs typeface="Times New Roman"/>
                <a:sym typeface="Times New Roman"/>
              </a:rPr>
              <a:t>Goal-based agents expand the capabilities of the model-based agent by having the "goal" information.</a:t>
            </a:r>
            <a:endParaRPr sz="2300"/>
          </a:p>
          <a:p>
            <a:pPr indent="-447675" lvl="0" marL="454025" rtl="0" algn="just">
              <a:lnSpc>
                <a:spcPct val="100000"/>
              </a:lnSpc>
              <a:spcBef>
                <a:spcPts val="1000"/>
              </a:spcBef>
              <a:spcAft>
                <a:spcPts val="0"/>
              </a:spcAft>
              <a:buSzPts val="2060"/>
              <a:buFont typeface="Noto Sans Symbols"/>
              <a:buChar char="⮚"/>
            </a:pPr>
            <a:r>
              <a:rPr lang="en-US" sz="2300">
                <a:solidFill>
                  <a:srgbClr val="0000FF"/>
                </a:solidFill>
                <a:latin typeface="Times New Roman"/>
                <a:ea typeface="Times New Roman"/>
                <a:cs typeface="Times New Roman"/>
                <a:sym typeface="Times New Roman"/>
              </a:rPr>
              <a:t>Goal-based agents are AI agents that use information from their environment to achieve specific goals</a:t>
            </a:r>
            <a:endParaRPr sz="2300"/>
          </a:p>
          <a:p>
            <a:pPr indent="-447675" lvl="0" marL="454025" rtl="0" algn="just">
              <a:lnSpc>
                <a:spcPct val="100000"/>
              </a:lnSpc>
              <a:spcBef>
                <a:spcPts val="1000"/>
              </a:spcBef>
              <a:spcAft>
                <a:spcPts val="0"/>
              </a:spcAft>
              <a:buSzPts val="2060"/>
              <a:buFont typeface="Noto Sans Symbols"/>
              <a:buChar char="⮚"/>
            </a:pPr>
            <a:r>
              <a:rPr lang="en-US" sz="2300">
                <a:solidFill>
                  <a:srgbClr val="0000FF"/>
                </a:solidFill>
                <a:latin typeface="Times New Roman"/>
                <a:ea typeface="Times New Roman"/>
                <a:cs typeface="Times New Roman"/>
                <a:sym typeface="Times New Roman"/>
              </a:rPr>
              <a:t>They employ search algorithms to find the most efficient path towards their objectives within a given environment.</a:t>
            </a:r>
            <a:endParaRPr sz="2300"/>
          </a:p>
          <a:p>
            <a:pPr indent="-359410" lvl="0" marL="457200" rtl="0" algn="just">
              <a:spcBef>
                <a:spcPts val="1000"/>
              </a:spcBef>
              <a:spcAft>
                <a:spcPts val="0"/>
              </a:spcAft>
              <a:buSzPts val="2060"/>
              <a:buChar char="⮚"/>
            </a:pPr>
            <a:r>
              <a:rPr lang="en-US" sz="2300">
                <a:solidFill>
                  <a:srgbClr val="0000FF"/>
                </a:solidFill>
                <a:latin typeface="Times New Roman"/>
                <a:ea typeface="Times New Roman"/>
                <a:cs typeface="Times New Roman"/>
                <a:sym typeface="Times New Roman"/>
              </a:rPr>
              <a:t>They can be used in various applications like robotics, computer vision, and natural language processing</a:t>
            </a:r>
            <a:endParaRPr sz="2300"/>
          </a:p>
          <a:p>
            <a:pPr indent="-359410" lvl="0" marL="457200" rtl="0" algn="just">
              <a:spcBef>
                <a:spcPts val="1000"/>
              </a:spcBef>
              <a:spcAft>
                <a:spcPts val="0"/>
              </a:spcAft>
              <a:buSzPts val="2060"/>
              <a:buChar char="⮚"/>
            </a:pPr>
            <a:r>
              <a:rPr lang="en-US" sz="2300">
                <a:solidFill>
                  <a:srgbClr val="0000FF"/>
                </a:solidFill>
                <a:latin typeface="Times New Roman"/>
                <a:ea typeface="Times New Roman"/>
                <a:cs typeface="Times New Roman"/>
                <a:sym typeface="Times New Roman"/>
              </a:rPr>
              <a:t>Unlike basic models, a goal-based agent can determine the optimal course of decision-making and action-taking processes depending on its desired outcome or goal</a:t>
            </a:r>
            <a:endParaRPr sz="2300"/>
          </a:p>
          <a:p>
            <a:pPr indent="-370840" lvl="0" marL="457200" rtl="0" algn="just">
              <a:spcBef>
                <a:spcPts val="600"/>
              </a:spcBef>
              <a:spcAft>
                <a:spcPts val="0"/>
              </a:spcAft>
              <a:buSzPts val="2240"/>
              <a:buChar char="⮚"/>
            </a:pPr>
            <a:r>
              <a:rPr b="1" lang="en-US" sz="2500">
                <a:latin typeface="Times New Roman"/>
                <a:ea typeface="Times New Roman"/>
                <a:cs typeface="Times New Roman"/>
                <a:sym typeface="Times New Roman"/>
              </a:rPr>
              <a:t>Example: </a:t>
            </a:r>
            <a:r>
              <a:rPr lang="en-US" sz="2500">
                <a:solidFill>
                  <a:srgbClr val="FF0000"/>
                </a:solidFill>
                <a:latin typeface="Times New Roman"/>
                <a:ea typeface="Times New Roman"/>
                <a:cs typeface="Times New Roman"/>
                <a:sym typeface="Times New Roman"/>
              </a:rPr>
              <a:t>A chess-playing AI whose goal is winning the game</a:t>
            </a:r>
            <a:endParaRPr sz="2300">
              <a:solidFill>
                <a:srgbClr val="0000FF"/>
              </a:solidFill>
              <a:latin typeface="Times New Roman"/>
              <a:ea typeface="Times New Roman"/>
              <a:cs typeface="Times New Roman"/>
              <a:sym typeface="Times New Roman"/>
            </a:endParaRPr>
          </a:p>
        </p:txBody>
      </p:sp>
      <p:sp>
        <p:nvSpPr>
          <p:cNvPr id="455" name="Google Shape;455;p51"/>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Goal Based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3"/>
          <p:cNvSpPr txBox="1"/>
          <p:nvPr>
            <p:ph idx="1" type="body"/>
          </p:nvPr>
        </p:nvSpPr>
        <p:spPr>
          <a:xfrm>
            <a:off x="284163" y="1716657"/>
            <a:ext cx="8574087" cy="4994693"/>
          </a:xfrm>
          <a:prstGeom prst="rect">
            <a:avLst/>
          </a:prstGeom>
          <a:noFill/>
          <a:ln>
            <a:noFill/>
          </a:ln>
        </p:spPr>
        <p:txBody>
          <a:bodyPr anchorCtr="0" anchor="t" bIns="45700" lIns="91425" spcFirstLastPara="1" rIns="91425" wrap="square" tIns="45700">
            <a:normAutofit/>
          </a:bodyPr>
          <a:lstStyle/>
          <a:p>
            <a:pPr indent="-334010" lvl="0" marL="454025" rtl="0" algn="l">
              <a:lnSpc>
                <a:spcPct val="100000"/>
              </a:lnSpc>
              <a:spcBef>
                <a:spcPts val="0"/>
              </a:spcBef>
              <a:spcAft>
                <a:spcPts val="0"/>
              </a:spcAft>
              <a:buSzPts val="1890"/>
              <a:buNone/>
            </a:pPr>
            <a:r>
              <a:t/>
            </a:r>
            <a:endParaRPr sz="2100">
              <a:solidFill>
                <a:srgbClr val="0000FF"/>
              </a:solidFill>
              <a:latin typeface="Times New Roman"/>
              <a:ea typeface="Times New Roman"/>
              <a:cs typeface="Times New Roman"/>
              <a:sym typeface="Times New Roman"/>
            </a:endParaRPr>
          </a:p>
        </p:txBody>
      </p:sp>
      <p:sp>
        <p:nvSpPr>
          <p:cNvPr id="461" name="Google Shape;461;p53"/>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Goal Based Agent</a:t>
            </a:r>
            <a:endParaRPr b="0" i="0" sz="1400" u="none" cap="none" strike="noStrike">
              <a:solidFill>
                <a:srgbClr val="000000"/>
              </a:solidFill>
              <a:latin typeface="Arial"/>
              <a:ea typeface="Arial"/>
              <a:cs typeface="Arial"/>
              <a:sym typeface="Arial"/>
            </a:endParaRPr>
          </a:p>
        </p:txBody>
      </p:sp>
      <p:pic>
        <p:nvPicPr>
          <p:cNvPr id="462" name="Google Shape;462;p53"/>
          <p:cNvPicPr preferRelativeResize="0"/>
          <p:nvPr/>
        </p:nvPicPr>
        <p:blipFill rotWithShape="1">
          <a:blip r:embed="rId3">
            <a:alphaModFix/>
          </a:blip>
          <a:srcRect b="0" l="0" r="0" t="0"/>
          <a:stretch/>
        </p:blipFill>
        <p:spPr>
          <a:xfrm>
            <a:off x="714374" y="1728787"/>
            <a:ext cx="7858125" cy="4975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5"/>
          <p:cNvSpPr txBox="1"/>
          <p:nvPr>
            <p:ph idx="1" type="body"/>
          </p:nvPr>
        </p:nvSpPr>
        <p:spPr>
          <a:xfrm>
            <a:off x="161926" y="1716657"/>
            <a:ext cx="8705850" cy="4994693"/>
          </a:xfrm>
          <a:prstGeom prst="rect">
            <a:avLst/>
          </a:prstGeom>
          <a:noFill/>
          <a:ln>
            <a:noFill/>
          </a:ln>
        </p:spPr>
        <p:txBody>
          <a:bodyPr anchorCtr="0" anchor="t" bIns="45700" lIns="91425" spcFirstLastPara="1" rIns="91425" wrap="square" tIns="45700">
            <a:noAutofit/>
          </a:bodyPr>
          <a:lstStyle/>
          <a:p>
            <a:pPr indent="-447675" lvl="0" marL="454025" rtl="0" algn="just">
              <a:lnSpc>
                <a:spcPct val="100000"/>
              </a:lnSpc>
              <a:spcBef>
                <a:spcPts val="0"/>
              </a:spcBef>
              <a:spcAft>
                <a:spcPts val="0"/>
              </a:spcAft>
              <a:buSzPts val="2060"/>
              <a:buFont typeface="Noto Sans Symbols"/>
              <a:buChar char="⮚"/>
            </a:pPr>
            <a:r>
              <a:rPr lang="en-US" sz="2300">
                <a:solidFill>
                  <a:srgbClr val="0000FF"/>
                </a:solidFill>
                <a:latin typeface="Times New Roman"/>
                <a:ea typeface="Times New Roman"/>
                <a:cs typeface="Times New Roman"/>
                <a:sym typeface="Times New Roman"/>
              </a:rPr>
              <a:t>Utility agent have their end uses as their building blocks and is used when best action and decision needs to be taken from multiple alternatives.</a:t>
            </a:r>
            <a:endParaRPr sz="2300"/>
          </a:p>
          <a:p>
            <a:pPr indent="-447675" lvl="0" marL="454025" rtl="0" algn="just">
              <a:lnSpc>
                <a:spcPct val="100000"/>
              </a:lnSpc>
              <a:spcBef>
                <a:spcPts val="0"/>
              </a:spcBef>
              <a:spcAft>
                <a:spcPts val="0"/>
              </a:spcAft>
              <a:buSzPts val="2060"/>
              <a:buFont typeface="Noto Sans Symbols"/>
              <a:buChar char="⮚"/>
            </a:pPr>
            <a:r>
              <a:rPr lang="en-US" sz="2300">
                <a:solidFill>
                  <a:srgbClr val="0000FF"/>
                </a:solidFill>
                <a:latin typeface="Times New Roman"/>
                <a:ea typeface="Times New Roman"/>
                <a:cs typeface="Times New Roman"/>
                <a:sym typeface="Times New Roman"/>
              </a:rPr>
              <a:t>It is an improvement over goal based agent</a:t>
            </a:r>
            <a:endParaRPr sz="2300"/>
          </a:p>
          <a:p>
            <a:pPr indent="-450850" lvl="1" marL="914400" rtl="0" algn="just">
              <a:lnSpc>
                <a:spcPct val="100000"/>
              </a:lnSpc>
              <a:spcBef>
                <a:spcPts val="0"/>
              </a:spcBef>
              <a:spcAft>
                <a:spcPts val="0"/>
              </a:spcAft>
              <a:buSzPts val="1790"/>
              <a:buFont typeface="Noto Sans Symbols"/>
              <a:buChar char="⮚"/>
            </a:pPr>
            <a:r>
              <a:rPr lang="en-US" sz="2000">
                <a:solidFill>
                  <a:srgbClr val="FF0000"/>
                </a:solidFill>
                <a:latin typeface="Times New Roman"/>
                <a:ea typeface="Times New Roman"/>
                <a:cs typeface="Times New Roman"/>
                <a:sym typeface="Times New Roman"/>
              </a:rPr>
              <a:t>As it not only involves the goal but also the way the goal can be achieved such that the goal can be achieved in a quicker, safer, cheaper way (best possible way)</a:t>
            </a:r>
            <a:endParaRPr sz="2100"/>
          </a:p>
          <a:p>
            <a:pPr indent="-359410" lvl="0" marL="457200" rtl="0" algn="just">
              <a:lnSpc>
                <a:spcPct val="100000"/>
              </a:lnSpc>
              <a:spcBef>
                <a:spcPts val="0"/>
              </a:spcBef>
              <a:spcAft>
                <a:spcPts val="0"/>
              </a:spcAft>
              <a:buSzPts val="2060"/>
              <a:buChar char="⮚"/>
            </a:pPr>
            <a:r>
              <a:rPr lang="en-US" sz="2300">
                <a:solidFill>
                  <a:srgbClr val="0000FF"/>
                </a:solidFill>
                <a:latin typeface="Times New Roman"/>
                <a:ea typeface="Times New Roman"/>
                <a:cs typeface="Times New Roman"/>
                <a:sym typeface="Times New Roman"/>
              </a:rPr>
              <a:t>It takes the agent happiness into account and gives an idea of how happy the agent is because of the utility and hence, the action with maximum utility is considered</a:t>
            </a:r>
            <a:endParaRPr sz="2300">
              <a:solidFill>
                <a:srgbClr val="0000FF"/>
              </a:solidFill>
              <a:latin typeface="Times New Roman"/>
              <a:ea typeface="Times New Roman"/>
              <a:cs typeface="Times New Roman"/>
              <a:sym typeface="Times New Roman"/>
            </a:endParaRPr>
          </a:p>
          <a:p>
            <a:pPr indent="0" lvl="0" marL="0" rtl="0" algn="just">
              <a:spcBef>
                <a:spcPts val="1200"/>
              </a:spcBef>
              <a:spcAft>
                <a:spcPts val="0"/>
              </a:spcAft>
              <a:buNone/>
            </a:pPr>
            <a:r>
              <a:rPr lang="en-US" sz="2300">
                <a:solidFill>
                  <a:srgbClr val="FF0000"/>
                </a:solidFill>
                <a:latin typeface="Times New Roman"/>
                <a:ea typeface="Times New Roman"/>
                <a:cs typeface="Times New Roman"/>
                <a:sym typeface="Times New Roman"/>
              </a:rPr>
              <a:t>Example: </a:t>
            </a:r>
            <a:endParaRPr sz="2300"/>
          </a:p>
          <a:p>
            <a:pPr indent="-355600" lvl="0" marL="137160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A self-driving car uses a utility-based system:</a:t>
            </a:r>
            <a:endParaRPr sz="2000">
              <a:solidFill>
                <a:schemeClr val="dk1"/>
              </a:solidFill>
              <a:latin typeface="Times New Roman"/>
              <a:ea typeface="Times New Roman"/>
              <a:cs typeface="Times New Roman"/>
              <a:sym typeface="Times New Roman"/>
            </a:endParaRPr>
          </a:p>
          <a:p>
            <a:pPr indent="-355600" lvl="1" marL="1828800" rtl="0" algn="just">
              <a:spcBef>
                <a:spcPts val="0"/>
              </a:spcBef>
              <a:spcAft>
                <a:spcPts val="0"/>
              </a:spcAft>
              <a:buClr>
                <a:schemeClr val="dk1"/>
              </a:buClr>
              <a:buSzPts val="2000"/>
              <a:buFont typeface="Times New Roman"/>
              <a:buAutoNum type="alphaLcPeriod"/>
            </a:pPr>
            <a:r>
              <a:rPr lang="en-US" sz="1800">
                <a:solidFill>
                  <a:srgbClr val="0000FF"/>
                </a:solidFill>
                <a:latin typeface="Times New Roman"/>
                <a:ea typeface="Times New Roman"/>
                <a:cs typeface="Times New Roman"/>
                <a:sym typeface="Times New Roman"/>
              </a:rPr>
              <a:t>Utility considers safety, speed, comfort, and fuel efficiency.</a:t>
            </a:r>
            <a:endParaRPr sz="1800">
              <a:solidFill>
                <a:srgbClr val="0000FF"/>
              </a:solidFill>
              <a:latin typeface="Times New Roman"/>
              <a:ea typeface="Times New Roman"/>
              <a:cs typeface="Times New Roman"/>
              <a:sym typeface="Times New Roman"/>
            </a:endParaRPr>
          </a:p>
          <a:p>
            <a:pPr indent="-361950" lvl="1" marL="1828800" rtl="0" algn="just">
              <a:spcBef>
                <a:spcPts val="0"/>
              </a:spcBef>
              <a:spcAft>
                <a:spcPts val="0"/>
              </a:spcAft>
              <a:buClr>
                <a:schemeClr val="dk1"/>
              </a:buClr>
              <a:buSzPts val="2100"/>
              <a:buFont typeface="Times New Roman"/>
              <a:buAutoNum type="alphaLcPeriod"/>
            </a:pPr>
            <a:r>
              <a:rPr lang="en-US" sz="1800">
                <a:solidFill>
                  <a:srgbClr val="0000FF"/>
                </a:solidFill>
                <a:latin typeface="Times New Roman"/>
                <a:ea typeface="Times New Roman"/>
                <a:cs typeface="Times New Roman"/>
                <a:sym typeface="Times New Roman"/>
              </a:rPr>
              <a:t>The car chooses actions (like braking, overtaking) that maximize overall driving utility</a:t>
            </a:r>
            <a:br>
              <a:rPr lang="en-US" sz="2000">
                <a:solidFill>
                  <a:srgbClr val="0000FF"/>
                </a:solidFill>
                <a:latin typeface="Times New Roman"/>
                <a:ea typeface="Times New Roman"/>
                <a:cs typeface="Times New Roman"/>
                <a:sym typeface="Times New Roman"/>
              </a:rPr>
            </a:br>
            <a:endParaRPr sz="2100">
              <a:solidFill>
                <a:srgbClr val="0000FF"/>
              </a:solidFill>
              <a:latin typeface="Times New Roman"/>
              <a:ea typeface="Times New Roman"/>
              <a:cs typeface="Times New Roman"/>
              <a:sym typeface="Times New Roman"/>
            </a:endParaRPr>
          </a:p>
          <a:p>
            <a:pPr indent="0" lvl="0" marL="1371600" rtl="0" algn="l">
              <a:lnSpc>
                <a:spcPct val="100000"/>
              </a:lnSpc>
              <a:spcBef>
                <a:spcPts val="0"/>
              </a:spcBef>
              <a:spcAft>
                <a:spcPts val="0"/>
              </a:spcAft>
              <a:buSzPts val="1620"/>
              <a:buNone/>
            </a:pPr>
            <a:r>
              <a:t/>
            </a:r>
            <a:endParaRPr sz="2300"/>
          </a:p>
        </p:txBody>
      </p:sp>
      <p:sp>
        <p:nvSpPr>
          <p:cNvPr id="468" name="Google Shape;468;p55"/>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Utility Based 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7"/>
          <p:cNvSpPr txBox="1"/>
          <p:nvPr>
            <p:ph idx="1" type="body"/>
          </p:nvPr>
        </p:nvSpPr>
        <p:spPr>
          <a:xfrm>
            <a:off x="161926" y="1716657"/>
            <a:ext cx="8705850" cy="4994693"/>
          </a:xfrm>
          <a:prstGeom prst="rect">
            <a:avLst/>
          </a:prstGeom>
          <a:noFill/>
          <a:ln>
            <a:noFill/>
          </a:ln>
        </p:spPr>
        <p:txBody>
          <a:bodyPr anchorCtr="0" anchor="t" bIns="45700" lIns="91425" spcFirstLastPara="1" rIns="91425" wrap="square" tIns="45700">
            <a:noAutofit/>
          </a:bodyPr>
          <a:lstStyle/>
          <a:p>
            <a:pPr indent="-316865" lvl="0" marL="454025" rtl="0" algn="l">
              <a:lnSpc>
                <a:spcPct val="100000"/>
              </a:lnSpc>
              <a:spcBef>
                <a:spcPts val="0"/>
              </a:spcBef>
              <a:spcAft>
                <a:spcPts val="0"/>
              </a:spcAft>
              <a:buSzPts val="2160"/>
              <a:buFont typeface="Noto Sans Symbols"/>
              <a:buNone/>
            </a:pPr>
            <a:r>
              <a:t/>
            </a:r>
            <a:endParaRPr>
              <a:solidFill>
                <a:srgbClr val="0000FF"/>
              </a:solidFill>
              <a:latin typeface="Times New Roman"/>
              <a:ea typeface="Times New Roman"/>
              <a:cs typeface="Times New Roman"/>
              <a:sym typeface="Times New Roman"/>
            </a:endParaRPr>
          </a:p>
        </p:txBody>
      </p:sp>
      <p:sp>
        <p:nvSpPr>
          <p:cNvPr id="474" name="Google Shape;474;p57"/>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Utility Based Agent</a:t>
            </a:r>
            <a:endParaRPr b="0" i="0" sz="1400" u="none" cap="none" strike="noStrike">
              <a:solidFill>
                <a:srgbClr val="000000"/>
              </a:solidFill>
              <a:latin typeface="Arial"/>
              <a:ea typeface="Arial"/>
              <a:cs typeface="Arial"/>
              <a:sym typeface="Arial"/>
            </a:endParaRPr>
          </a:p>
        </p:txBody>
      </p:sp>
      <p:pic>
        <p:nvPicPr>
          <p:cNvPr id="475" name="Google Shape;475;p57"/>
          <p:cNvPicPr preferRelativeResize="0"/>
          <p:nvPr/>
        </p:nvPicPr>
        <p:blipFill rotWithShape="1">
          <a:blip r:embed="rId3">
            <a:alphaModFix/>
          </a:blip>
          <a:srcRect b="0" l="0" r="0" t="0"/>
          <a:stretch/>
        </p:blipFill>
        <p:spPr>
          <a:xfrm>
            <a:off x="606425" y="1789113"/>
            <a:ext cx="7994728" cy="485298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9"/>
          <p:cNvSpPr txBox="1"/>
          <p:nvPr>
            <p:ph idx="1" type="body"/>
          </p:nvPr>
        </p:nvSpPr>
        <p:spPr>
          <a:xfrm>
            <a:off x="161926" y="1716657"/>
            <a:ext cx="8705850" cy="4994693"/>
          </a:xfrm>
          <a:prstGeom prst="rect">
            <a:avLst/>
          </a:prstGeom>
          <a:noFill/>
          <a:ln>
            <a:noFill/>
          </a:ln>
        </p:spPr>
        <p:txBody>
          <a:bodyPr anchorCtr="0" anchor="t" bIns="45700" lIns="91425" spcFirstLastPara="1" rIns="91425" wrap="square" tIns="45700">
            <a:noAutofit/>
          </a:bodyPr>
          <a:lstStyle/>
          <a:p>
            <a:pPr indent="-331470" lvl="0" marL="457200" rtl="0" algn="just">
              <a:spcBef>
                <a:spcPts val="0"/>
              </a:spcBef>
              <a:spcAft>
                <a:spcPts val="0"/>
              </a:spcAft>
              <a:buClr>
                <a:srgbClr val="0000FF"/>
              </a:buClr>
              <a:buSzPts val="1620"/>
              <a:buFont typeface="Times New Roman"/>
              <a:buChar char="?"/>
            </a:pPr>
            <a:r>
              <a:rPr lang="en-US">
                <a:solidFill>
                  <a:srgbClr val="0000FF"/>
                </a:solidFill>
                <a:latin typeface="Times New Roman"/>
                <a:ea typeface="Times New Roman"/>
                <a:cs typeface="Times New Roman"/>
                <a:sym typeface="Times New Roman"/>
              </a:rPr>
              <a:t>An AI learning agent is a software agent that can learn from past experiences and improve its performance</a:t>
            </a:r>
            <a:endParaRPr/>
          </a:p>
          <a:p>
            <a:pPr indent="-316865" lvl="0" marL="454025" rtl="0" algn="l">
              <a:lnSpc>
                <a:spcPct val="100000"/>
              </a:lnSpc>
              <a:spcBef>
                <a:spcPts val="0"/>
              </a:spcBef>
              <a:spcAft>
                <a:spcPts val="0"/>
              </a:spcAft>
              <a:buSzPts val="2160"/>
              <a:buNone/>
            </a:pPr>
            <a:r>
              <a:t/>
            </a:r>
            <a:endParaRPr/>
          </a:p>
        </p:txBody>
      </p:sp>
      <p:sp>
        <p:nvSpPr>
          <p:cNvPr id="481" name="Google Shape;481;p59"/>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Learning Based Agent</a:t>
            </a:r>
            <a:endParaRPr b="0" i="0" sz="1400" u="none" cap="none" strike="noStrike">
              <a:solidFill>
                <a:srgbClr val="000000"/>
              </a:solidFill>
              <a:latin typeface="Arial"/>
              <a:ea typeface="Arial"/>
              <a:cs typeface="Arial"/>
              <a:sym typeface="Arial"/>
            </a:endParaRPr>
          </a:p>
        </p:txBody>
      </p:sp>
      <p:pic>
        <p:nvPicPr>
          <p:cNvPr id="482" name="Google Shape;482;p59"/>
          <p:cNvPicPr preferRelativeResize="0"/>
          <p:nvPr/>
        </p:nvPicPr>
        <p:blipFill rotWithShape="1">
          <a:blip r:embed="rId3">
            <a:alphaModFix/>
          </a:blip>
          <a:srcRect b="0" l="0" r="0" t="0"/>
          <a:stretch/>
        </p:blipFill>
        <p:spPr>
          <a:xfrm>
            <a:off x="1459335" y="2639170"/>
            <a:ext cx="6025901" cy="40775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9b86a2f4ba_0_14"/>
          <p:cNvSpPr txBox="1"/>
          <p:nvPr>
            <p:ph idx="1" type="body"/>
          </p:nvPr>
        </p:nvSpPr>
        <p:spPr>
          <a:xfrm>
            <a:off x="161926" y="1716657"/>
            <a:ext cx="8705700" cy="4994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457200" lvl="0" marL="0" rtl="0" algn="l">
              <a:lnSpc>
                <a:spcPct val="100000"/>
              </a:lnSpc>
              <a:spcBef>
                <a:spcPts val="0"/>
              </a:spcBef>
              <a:spcAft>
                <a:spcPts val="0"/>
              </a:spcAft>
              <a:buSzPts val="1620"/>
              <a:buNone/>
            </a:pPr>
            <a:r>
              <a:rPr lang="en-US">
                <a:solidFill>
                  <a:srgbClr val="980000"/>
                </a:solidFill>
                <a:latin typeface="Times New Roman"/>
                <a:ea typeface="Times New Roman"/>
                <a:cs typeface="Times New Roman"/>
                <a:sym typeface="Times New Roman"/>
              </a:rPr>
              <a:t>Example:</a:t>
            </a:r>
            <a:endParaRPr sz="2100">
              <a:solidFill>
                <a:srgbClr val="980000"/>
              </a:solidFill>
              <a:latin typeface="Times New Roman"/>
              <a:ea typeface="Times New Roman"/>
              <a:cs typeface="Times New Roman"/>
              <a:sym typeface="Times New Roman"/>
            </a:endParaRPr>
          </a:p>
          <a:p>
            <a:pPr indent="457200" lvl="0" marL="457200" rtl="0" algn="l">
              <a:lnSpc>
                <a:spcPct val="100000"/>
              </a:lnSpc>
              <a:spcBef>
                <a:spcPts val="0"/>
              </a:spcBef>
              <a:spcAft>
                <a:spcPts val="0"/>
              </a:spcAft>
              <a:buSzPts val="1620"/>
              <a:buNone/>
            </a:pPr>
            <a:r>
              <a:rPr lang="en-US" sz="2100">
                <a:solidFill>
                  <a:srgbClr val="0000FF"/>
                </a:solidFill>
                <a:latin typeface="Times New Roman"/>
                <a:ea typeface="Times New Roman"/>
                <a:cs typeface="Times New Roman"/>
                <a:sym typeface="Times New Roman"/>
              </a:rPr>
              <a:t>A chess-playing AI (like AlphaZero):</a:t>
            </a:r>
            <a:endParaRPr sz="2100">
              <a:solidFill>
                <a:srgbClr val="0000FF"/>
              </a:solidFill>
              <a:latin typeface="Times New Roman"/>
              <a:ea typeface="Times New Roman"/>
              <a:cs typeface="Times New Roman"/>
              <a:sym typeface="Times New Roman"/>
            </a:endParaRPr>
          </a:p>
          <a:p>
            <a:pPr indent="-285750" lvl="0" marL="1371600" rtl="0" algn="l">
              <a:lnSpc>
                <a:spcPct val="100000"/>
              </a:lnSpc>
              <a:spcBef>
                <a:spcPts val="0"/>
              </a:spcBef>
              <a:spcAft>
                <a:spcPts val="0"/>
              </a:spcAft>
              <a:buClr>
                <a:schemeClr val="dk1"/>
              </a:buClr>
              <a:buSzPts val="900"/>
              <a:buFont typeface="Arial"/>
              <a:buChar char="●"/>
            </a:pPr>
            <a:r>
              <a:rPr lang="en-US" sz="1900">
                <a:solidFill>
                  <a:srgbClr val="0000FF"/>
                </a:solidFill>
                <a:latin typeface="Times New Roman"/>
                <a:ea typeface="Times New Roman"/>
                <a:cs typeface="Times New Roman"/>
                <a:sym typeface="Times New Roman"/>
              </a:rPr>
              <a:t>Plays games and learns from wins and losses.</a:t>
            </a:r>
            <a:endParaRPr sz="1900">
              <a:solidFill>
                <a:srgbClr val="0000FF"/>
              </a:solidFill>
              <a:latin typeface="Times New Roman"/>
              <a:ea typeface="Times New Roman"/>
              <a:cs typeface="Times New Roman"/>
              <a:sym typeface="Times New Roman"/>
            </a:endParaRPr>
          </a:p>
          <a:p>
            <a:pPr indent="-285750" lvl="0" marL="1371600" rtl="0" algn="l">
              <a:lnSpc>
                <a:spcPct val="100000"/>
              </a:lnSpc>
              <a:spcBef>
                <a:spcPts val="0"/>
              </a:spcBef>
              <a:spcAft>
                <a:spcPts val="0"/>
              </a:spcAft>
              <a:buClr>
                <a:schemeClr val="dk1"/>
              </a:buClr>
              <a:buSzPts val="900"/>
              <a:buFont typeface="Arial"/>
              <a:buChar char="●"/>
            </a:pPr>
            <a:r>
              <a:rPr lang="en-US" sz="1900">
                <a:solidFill>
                  <a:srgbClr val="0000FF"/>
                </a:solidFill>
                <a:latin typeface="Times New Roman"/>
                <a:ea typeface="Times New Roman"/>
                <a:cs typeface="Times New Roman"/>
                <a:sym typeface="Times New Roman"/>
              </a:rPr>
              <a:t>Improves its strategies over time.</a:t>
            </a:r>
            <a:endParaRPr sz="1900">
              <a:solidFill>
                <a:srgbClr val="0000FF"/>
              </a:solidFill>
              <a:latin typeface="Times New Roman"/>
              <a:ea typeface="Times New Roman"/>
              <a:cs typeface="Times New Roman"/>
              <a:sym typeface="Times New Roman"/>
            </a:endParaRPr>
          </a:p>
          <a:p>
            <a:pPr indent="-285750" lvl="0" marL="1371600" rtl="0" algn="l">
              <a:lnSpc>
                <a:spcPct val="100000"/>
              </a:lnSpc>
              <a:spcBef>
                <a:spcPts val="0"/>
              </a:spcBef>
              <a:spcAft>
                <a:spcPts val="0"/>
              </a:spcAft>
              <a:buClr>
                <a:schemeClr val="dk1"/>
              </a:buClr>
              <a:buSzPts val="900"/>
              <a:buFont typeface="Arial"/>
              <a:buChar char="●"/>
            </a:pPr>
            <a:r>
              <a:rPr lang="en-US" sz="1900">
                <a:solidFill>
                  <a:srgbClr val="0000FF"/>
                </a:solidFill>
                <a:latin typeface="Times New Roman"/>
                <a:ea typeface="Times New Roman"/>
                <a:cs typeface="Times New Roman"/>
                <a:sym typeface="Times New Roman"/>
              </a:rPr>
              <a:t>Eventually plays better than the initial programmed version</a:t>
            </a:r>
            <a:endParaRPr sz="1900">
              <a:solidFill>
                <a:srgbClr val="0000FF"/>
              </a:solidFill>
              <a:latin typeface="Times New Roman"/>
              <a:ea typeface="Times New Roman"/>
              <a:cs typeface="Times New Roman"/>
              <a:sym typeface="Times New Roman"/>
            </a:endParaRPr>
          </a:p>
        </p:txBody>
      </p:sp>
      <p:sp>
        <p:nvSpPr>
          <p:cNvPr id="488" name="Google Shape;488;g39b86a2f4ba_0_14"/>
          <p:cNvSpPr txBox="1"/>
          <p:nvPr/>
        </p:nvSpPr>
        <p:spPr>
          <a:xfrm>
            <a:off x="421341" y="472613"/>
            <a:ext cx="7809000" cy="807600"/>
          </a:xfrm>
          <a:prstGeom prst="rect">
            <a:avLst/>
          </a:prstGeom>
          <a:noFill/>
          <a:ln>
            <a:noFill/>
          </a:ln>
        </p:spPr>
        <p:txBody>
          <a:bodyPr anchorCtr="0" anchor="b" bIns="45700" lIns="91425" spcFirstLastPara="1" rIns="91425" wrap="square" tIns="45700">
            <a:norm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Learning Based Agent</a:t>
            </a:r>
            <a:endParaRPr b="0" i="0" sz="1400" u="none" cap="none" strike="noStrike">
              <a:solidFill>
                <a:srgbClr val="000000"/>
              </a:solidFill>
              <a:latin typeface="Arial"/>
              <a:ea typeface="Arial"/>
              <a:cs typeface="Arial"/>
              <a:sym typeface="Arial"/>
            </a:endParaRPr>
          </a:p>
        </p:txBody>
      </p:sp>
      <p:pic>
        <p:nvPicPr>
          <p:cNvPr id="489" name="Google Shape;489;g39b86a2f4ba_0_14"/>
          <p:cNvPicPr preferRelativeResize="0"/>
          <p:nvPr/>
        </p:nvPicPr>
        <p:blipFill rotWithShape="1">
          <a:blip r:embed="rId3">
            <a:alphaModFix/>
          </a:blip>
          <a:srcRect b="0" l="0" r="0" t="0"/>
          <a:stretch/>
        </p:blipFill>
        <p:spPr>
          <a:xfrm>
            <a:off x="325025" y="1799400"/>
            <a:ext cx="8542599" cy="280742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9ac0836ebe_0_6"/>
          <p:cNvSpPr txBox="1"/>
          <p:nvPr/>
        </p:nvSpPr>
        <p:spPr>
          <a:xfrm>
            <a:off x="290275" y="1256403"/>
            <a:ext cx="8777400" cy="3208800"/>
          </a:xfrm>
          <a:prstGeom prst="rect">
            <a:avLst/>
          </a:prstGeom>
          <a:noFill/>
          <a:ln>
            <a:noFill/>
          </a:ln>
        </p:spPr>
        <p:txBody>
          <a:bodyPr anchorCtr="0" anchor="t" bIns="45700" lIns="91425" spcFirstLastPara="1" rIns="91425" wrap="square" tIns="45700">
            <a:spAutoFit/>
          </a:bodyPr>
          <a:lstStyle/>
          <a:p>
            <a:pPr indent="-381000" lvl="0" marL="457200" marR="0" rtl="0" algn="just">
              <a:lnSpc>
                <a:spcPct val="107916"/>
              </a:lnSpc>
              <a:spcBef>
                <a:spcPts val="0"/>
              </a:spcBef>
              <a:spcAft>
                <a:spcPts val="0"/>
              </a:spcAft>
              <a:buClr>
                <a:schemeClr val="dk1"/>
              </a:buClr>
              <a:buSzPts val="2400"/>
              <a:buFont typeface="Calibri"/>
              <a:buAutoNum type="arabicPeriod"/>
            </a:pPr>
            <a:r>
              <a:rPr b="0" i="0" lang="en-US" sz="2400" u="none" cap="none" strike="noStrike">
                <a:solidFill>
                  <a:schemeClr val="dk1"/>
                </a:solidFill>
                <a:latin typeface="Times New Roman"/>
                <a:ea typeface="Times New Roman"/>
                <a:cs typeface="Times New Roman"/>
                <a:sym typeface="Times New Roman"/>
              </a:rPr>
              <a:t>What is the difference between G</a:t>
            </a:r>
            <a:r>
              <a:rPr b="1" i="0" lang="en-US" sz="2400" u="none" cap="none" strike="noStrike">
                <a:solidFill>
                  <a:schemeClr val="dk1"/>
                </a:solidFill>
                <a:latin typeface="Times New Roman"/>
                <a:ea typeface="Times New Roman"/>
                <a:cs typeface="Times New Roman"/>
                <a:sym typeface="Times New Roman"/>
              </a:rPr>
              <a:t>oal based agent and Utility </a:t>
            </a:r>
            <a:r>
              <a:rPr b="0" i="0" lang="en-US" sz="2400" u="none" cap="none" strike="noStrike">
                <a:solidFill>
                  <a:schemeClr val="dk1"/>
                </a:solidFill>
                <a:latin typeface="Times New Roman"/>
                <a:ea typeface="Times New Roman"/>
                <a:cs typeface="Times New Roman"/>
                <a:sym typeface="Times New Roman"/>
              </a:rPr>
              <a:t>based agent?</a:t>
            </a:r>
            <a:endParaRPr b="0" i="0" sz="2400" u="none" cap="none" strike="noStrike">
              <a:solidFill>
                <a:schemeClr val="dk1"/>
              </a:solidFill>
              <a:latin typeface="Times New Roman"/>
              <a:ea typeface="Times New Roman"/>
              <a:cs typeface="Times New Roman"/>
              <a:sym typeface="Times New Roman"/>
            </a:endParaRPr>
          </a:p>
          <a:p>
            <a:pPr indent="-381000" lvl="0" marL="457200" marR="0" rtl="0" algn="just">
              <a:lnSpc>
                <a:spcPct val="100000"/>
              </a:lnSpc>
              <a:spcBef>
                <a:spcPts val="800"/>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Describe the working procedure of a Goal Based Agent and draw its schematic diagram.</a:t>
            </a:r>
            <a:endParaRPr b="0" i="0" sz="2400" u="none" cap="none" strike="noStrike">
              <a:solidFill>
                <a:schemeClr val="dk1"/>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Develop PEAS description of the task environment for a Candy Sorting Robot that can sort candies to the appropriate jars</a:t>
            </a:r>
            <a:endParaRPr b="0" i="0" sz="2400" u="none" cap="none" strike="noStrike">
              <a:solidFill>
                <a:schemeClr val="dk1"/>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Explain the “Optimality” properties of the depth-first search algorithm.</a:t>
            </a:r>
            <a:endParaRPr b="0" i="0" sz="2400" u="none" cap="none" strike="noStrike">
              <a:solidFill>
                <a:schemeClr val="dk1"/>
              </a:solidFill>
              <a:latin typeface="Times New Roman"/>
              <a:ea typeface="Times New Roman"/>
              <a:cs typeface="Times New Roman"/>
              <a:sym typeface="Times New Roman"/>
            </a:endParaRPr>
          </a:p>
        </p:txBody>
      </p:sp>
      <p:sp>
        <p:nvSpPr>
          <p:cNvPr id="495" name="Google Shape;495;g39ac0836ebe_0_6"/>
          <p:cNvSpPr txBox="1"/>
          <p:nvPr/>
        </p:nvSpPr>
        <p:spPr>
          <a:xfrm>
            <a:off x="0" y="0"/>
            <a:ext cx="7665300" cy="720000"/>
          </a:xfrm>
          <a:prstGeom prst="rect">
            <a:avLst/>
          </a:prstGeom>
          <a:solidFill>
            <a:srgbClr val="FFFF00"/>
          </a:solidFill>
          <a:ln>
            <a:noFill/>
          </a:ln>
        </p:spPr>
        <p:txBody>
          <a:bodyPr anchorCtr="0" anchor="b" bIns="45700" lIns="91425" spcFirstLastPara="1" rIns="91425" wrap="square" tIns="45700">
            <a:normAutofit lnSpcReduction="20000"/>
          </a:bodyPr>
          <a:lstStyle/>
          <a:p>
            <a:pPr indent="0" lvl="0" marL="0" marR="0" rtl="0" algn="l">
              <a:lnSpc>
                <a:spcPct val="109523"/>
              </a:lnSpc>
              <a:spcBef>
                <a:spcPts val="0"/>
              </a:spcBef>
              <a:spcAft>
                <a:spcPts val="0"/>
              </a:spcAft>
              <a:buClr>
                <a:srgbClr val="000000"/>
              </a:buClr>
              <a:buSzPts val="4200"/>
              <a:buFont typeface="Arial"/>
              <a:buNone/>
            </a:pPr>
            <a:r>
              <a:rPr b="1" i="0" lang="en-US" sz="4200" u="none" cap="none" strike="noStrike">
                <a:solidFill>
                  <a:srgbClr val="0000FF"/>
                </a:solidFill>
                <a:latin typeface="Times New Roman"/>
                <a:ea typeface="Times New Roman"/>
                <a:cs typeface="Times New Roman"/>
                <a:sym typeface="Times New Roman"/>
              </a:rPr>
              <a:t>Exercise</a:t>
            </a:r>
            <a:endParaRPr b="0" i="0" sz="4200" u="none" cap="none" strike="noStrike">
              <a:solidFill>
                <a:srgbClr val="0000FF"/>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a11fdaea18_0_14"/>
          <p:cNvSpPr txBox="1"/>
          <p:nvPr/>
        </p:nvSpPr>
        <p:spPr>
          <a:xfrm>
            <a:off x="290275" y="1113825"/>
            <a:ext cx="8777400" cy="3350400"/>
          </a:xfrm>
          <a:prstGeom prst="rect">
            <a:avLst/>
          </a:prstGeom>
          <a:noFill/>
          <a:ln>
            <a:noFill/>
          </a:ln>
        </p:spPr>
        <p:txBody>
          <a:bodyPr anchorCtr="0" anchor="t" bIns="45700" lIns="91425" spcFirstLastPara="1" rIns="91425" wrap="square" tIns="45700">
            <a:spAutoFit/>
          </a:bodyPr>
          <a:lstStyle/>
          <a:p>
            <a:pPr indent="-381000" lvl="0" marL="457200" marR="0" rtl="0" algn="just">
              <a:lnSpc>
                <a:spcPct val="100000"/>
              </a:lnSpc>
              <a:spcBef>
                <a:spcPts val="0"/>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Consider the 8-queens problem. In a game of chess a queen can attack another one if they are placed on the same row, column, or diagonal. You have to place 8 queens on an empty 8x8 chessboard so that no queen can attack each other. Suppose at the initial state, the queens are already placed on the chessboard so that each column has exactly one queen. As action, a queen can be moved anywhere in its same column. Answer the following:</a:t>
            </a:r>
            <a:endParaRPr b="0" i="0" sz="2400" u="none" cap="none" strike="noStrike">
              <a:solidFill>
                <a:schemeClr val="dk1"/>
              </a:solidFill>
              <a:latin typeface="Times New Roman"/>
              <a:ea typeface="Times New Roman"/>
              <a:cs typeface="Times New Roman"/>
              <a:sym typeface="Times New Roman"/>
            </a:endParaRPr>
          </a:p>
          <a:p>
            <a:pPr indent="-361950" lvl="0" marL="914400" marR="0" rtl="0" algn="just">
              <a:lnSpc>
                <a:spcPct val="107916"/>
              </a:lnSpc>
              <a:spcBef>
                <a:spcPts val="0"/>
              </a:spcBef>
              <a:spcAft>
                <a:spcPts val="0"/>
              </a:spcAft>
              <a:buClr>
                <a:srgbClr val="0000FF"/>
              </a:buClr>
              <a:buSzPts val="2100"/>
              <a:buFont typeface="Times New Roman"/>
              <a:buChar char="●"/>
            </a:pPr>
            <a:r>
              <a:rPr b="0" i="0" lang="en-US" sz="2100" u="none" cap="none" strike="noStrike">
                <a:solidFill>
                  <a:srgbClr val="0000FF"/>
                </a:solidFill>
                <a:latin typeface="Times New Roman"/>
                <a:ea typeface="Times New Roman"/>
                <a:cs typeface="Times New Roman"/>
                <a:sym typeface="Times New Roman"/>
              </a:rPr>
              <a:t>How many successors does a state have? Explain your calculation.</a:t>
            </a:r>
            <a:endParaRPr b="0" i="0" sz="2100" u="none" cap="none" strike="noStrike">
              <a:solidFill>
                <a:srgbClr val="0000FF"/>
              </a:solidFill>
              <a:latin typeface="Times New Roman"/>
              <a:ea typeface="Times New Roman"/>
              <a:cs typeface="Times New Roman"/>
              <a:sym typeface="Times New Roman"/>
            </a:endParaRPr>
          </a:p>
          <a:p>
            <a:pPr indent="-361950" lvl="0" marL="914400" marR="0" rtl="0" algn="just">
              <a:lnSpc>
                <a:spcPct val="107916"/>
              </a:lnSpc>
              <a:spcBef>
                <a:spcPts val="0"/>
              </a:spcBef>
              <a:spcAft>
                <a:spcPts val="0"/>
              </a:spcAft>
              <a:buClr>
                <a:srgbClr val="0000FF"/>
              </a:buClr>
              <a:buSzPts val="2100"/>
              <a:buFont typeface="Times New Roman"/>
              <a:buChar char="●"/>
            </a:pPr>
            <a:r>
              <a:rPr b="0" i="0" lang="en-US" sz="2100" u="none" cap="none" strike="noStrike">
                <a:solidFill>
                  <a:srgbClr val="0000FF"/>
                </a:solidFill>
                <a:latin typeface="Times New Roman"/>
                <a:ea typeface="Times New Roman"/>
                <a:cs typeface="Times New Roman"/>
                <a:sym typeface="Times New Roman"/>
              </a:rPr>
              <a:t>What is the size of the state-space? Explain your calculation. </a:t>
            </a:r>
            <a:endParaRPr b="0" i="0" sz="2400" u="none" cap="none" strike="noStrike">
              <a:solidFill>
                <a:schemeClr val="dk1"/>
              </a:solidFill>
              <a:latin typeface="Times New Roman"/>
              <a:ea typeface="Times New Roman"/>
              <a:cs typeface="Times New Roman"/>
              <a:sym typeface="Times New Roman"/>
            </a:endParaRPr>
          </a:p>
        </p:txBody>
      </p:sp>
      <p:sp>
        <p:nvSpPr>
          <p:cNvPr id="501" name="Google Shape;501;g3a11fdaea18_0_14"/>
          <p:cNvSpPr txBox="1"/>
          <p:nvPr/>
        </p:nvSpPr>
        <p:spPr>
          <a:xfrm>
            <a:off x="0" y="0"/>
            <a:ext cx="7665300" cy="720000"/>
          </a:xfrm>
          <a:prstGeom prst="rect">
            <a:avLst/>
          </a:prstGeom>
          <a:solidFill>
            <a:srgbClr val="FFFF00"/>
          </a:solidFill>
          <a:ln>
            <a:noFill/>
          </a:ln>
        </p:spPr>
        <p:txBody>
          <a:bodyPr anchorCtr="0" anchor="b" bIns="45700" lIns="91425" spcFirstLastPara="1" rIns="91425" wrap="square" tIns="45700">
            <a:normAutofit lnSpcReduction="20000"/>
          </a:bodyPr>
          <a:lstStyle/>
          <a:p>
            <a:pPr indent="0" lvl="0" marL="0" marR="0" rtl="0" algn="l">
              <a:lnSpc>
                <a:spcPct val="109523"/>
              </a:lnSpc>
              <a:spcBef>
                <a:spcPts val="0"/>
              </a:spcBef>
              <a:spcAft>
                <a:spcPts val="0"/>
              </a:spcAft>
              <a:buClr>
                <a:srgbClr val="000000"/>
              </a:buClr>
              <a:buSzPts val="4200"/>
              <a:buFont typeface="Arial"/>
              <a:buNone/>
            </a:pPr>
            <a:r>
              <a:rPr b="1" i="0" lang="en-US" sz="4200" u="none" cap="none" strike="noStrike">
                <a:solidFill>
                  <a:srgbClr val="0000FF"/>
                </a:solidFill>
                <a:latin typeface="Times New Roman"/>
                <a:ea typeface="Times New Roman"/>
                <a:cs typeface="Times New Roman"/>
                <a:sym typeface="Times New Roman"/>
              </a:rPr>
              <a:t>Exercise</a:t>
            </a:r>
            <a:endParaRPr b="0" i="0" sz="4200" u="none" cap="none" strike="noStrike">
              <a:solidFill>
                <a:srgbClr val="0000FF"/>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2018-12-10T17:20:29Z</dcterms:created>
  <dc:creator>Mahbubul Syeed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